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hohv0OmsDblfcpVsSc2v9pvPj9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5" name="Google Shape;35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fr-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showMasterSp="0" type="title">
  <p:cSld name="TITLE">
    <p:spTree>
      <p:nvGrpSpPr>
        <p:cNvPr id="56" name="Shape 56"/>
        <p:cNvGrpSpPr/>
        <p:nvPr/>
      </p:nvGrpSpPr>
      <p:grpSpPr>
        <a:xfrm>
          <a:off x="0" y="0"/>
          <a:ext cx="0" cy="0"/>
          <a:chOff x="0" y="0"/>
          <a:chExt cx="0" cy="0"/>
        </a:xfrm>
      </p:grpSpPr>
      <p:pic>
        <p:nvPicPr>
          <p:cNvPr descr="\\DROBO-FS\QuickDrops\JB\PPTX NG\Droplets\LightingOverlay.png" id="57" name="Google Shape;57;p21"/>
          <p:cNvPicPr preferRelativeResize="0"/>
          <p:nvPr/>
        </p:nvPicPr>
        <p:blipFill rotWithShape="1">
          <a:blip r:embed="rId2">
            <a:alphaModFix amt="30000"/>
          </a:blip>
          <a:srcRect b="0" l="0" r="0" t="0"/>
          <a:stretch/>
        </p:blipFill>
        <p:spPr>
          <a:xfrm>
            <a:off x="0" y="-1"/>
            <a:ext cx="12192003" cy="6858001"/>
          </a:xfrm>
          <a:prstGeom prst="rect">
            <a:avLst/>
          </a:prstGeom>
          <a:noFill/>
          <a:ln>
            <a:noFill/>
          </a:ln>
        </p:spPr>
      </p:pic>
      <p:grpSp>
        <p:nvGrpSpPr>
          <p:cNvPr id="58" name="Google Shape;58;p21"/>
          <p:cNvGrpSpPr/>
          <p:nvPr/>
        </p:nvGrpSpPr>
        <p:grpSpPr>
          <a:xfrm>
            <a:off x="0" y="0"/>
            <a:ext cx="2305051" cy="6858001"/>
            <a:chOff x="0" y="0"/>
            <a:chExt cx="2305051" cy="6858001"/>
          </a:xfrm>
        </p:grpSpPr>
        <p:sp>
          <p:nvSpPr>
            <p:cNvPr id="59" name="Google Shape;59;p21"/>
            <p:cNvSpPr/>
            <p:nvPr/>
          </p:nvSpPr>
          <p:spPr>
            <a:xfrm>
              <a:off x="1209675" y="4763"/>
              <a:ext cx="23813" cy="2181225"/>
            </a:xfrm>
            <a:prstGeom prst="rect">
              <a:avLst/>
            </a:pr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1"/>
            <p:cNvSpPr/>
            <p:nvPr/>
          </p:nvSpPr>
          <p:spPr>
            <a:xfrm>
              <a:off x="1128713"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1"/>
            <p:cNvSpPr/>
            <p:nvPr/>
          </p:nvSpPr>
          <p:spPr>
            <a:xfrm>
              <a:off x="1123950"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1"/>
            <p:cNvSpPr/>
            <p:nvPr/>
          </p:nvSpPr>
          <p:spPr>
            <a:xfrm>
              <a:off x="414338" y="9525"/>
              <a:ext cx="28575" cy="4481513"/>
            </a:xfrm>
            <a:prstGeom prst="rect">
              <a:avLst/>
            </a:pr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1"/>
            <p:cNvSpPr/>
            <p:nvPr/>
          </p:nvSpPr>
          <p:spPr>
            <a:xfrm>
              <a:off x="333375"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1"/>
            <p:cNvSpPr/>
            <p:nvPr/>
          </p:nvSpPr>
          <p:spPr>
            <a:xfrm>
              <a:off x="190500" y="9525"/>
              <a:ext cx="152400" cy="908050"/>
            </a:xfrm>
            <a:custGeom>
              <a:rect b="b" l="l" r="r" t="t"/>
              <a:pathLst>
                <a:path extrusionOk="0" h="572" w="96">
                  <a:moveTo>
                    <a:pt x="15" y="572"/>
                  </a:moveTo>
                  <a:lnTo>
                    <a:pt x="0" y="566"/>
                  </a:lnTo>
                  <a:lnTo>
                    <a:pt x="81" y="380"/>
                  </a:lnTo>
                  <a:lnTo>
                    <a:pt x="81" y="0"/>
                  </a:lnTo>
                  <a:lnTo>
                    <a:pt x="96" y="0"/>
                  </a:lnTo>
                  <a:lnTo>
                    <a:pt x="96" y="383"/>
                  </a:lnTo>
                  <a:lnTo>
                    <a:pt x="15" y="572"/>
                  </a:lnTo>
                  <a:close/>
                </a:path>
              </a:pathLst>
            </a:custGeom>
            <a:gradFill>
              <a:gsLst>
                <a:gs pos="0">
                  <a:schemeClr val="lt2"/>
                </a:gs>
                <a:gs pos="100000">
                  <a:srgbClr val="3B95DE"/>
                </a:gs>
              </a:gsLst>
              <a:lin ang="5400000" scaled="0"/>
            </a:gradFill>
            <a:ln>
              <a:noFill/>
            </a:ln>
          </p:spPr>
        </p:sp>
        <p:sp>
          <p:nvSpPr>
            <p:cNvPr id="65" name="Google Shape;65;p21"/>
            <p:cNvSpPr/>
            <p:nvPr/>
          </p:nvSpPr>
          <p:spPr>
            <a:xfrm>
              <a:off x="1290638" y="14288"/>
              <a:ext cx="376238" cy="1801813"/>
            </a:xfrm>
            <a:custGeom>
              <a:rect b="b" l="l" r="r" t="t"/>
              <a:pathLst>
                <a:path extrusionOk="0" h="1135" w="237">
                  <a:moveTo>
                    <a:pt x="222" y="1135"/>
                  </a:moveTo>
                  <a:lnTo>
                    <a:pt x="0" y="620"/>
                  </a:lnTo>
                  <a:lnTo>
                    <a:pt x="0" y="0"/>
                  </a:lnTo>
                  <a:lnTo>
                    <a:pt x="18" y="0"/>
                  </a:lnTo>
                  <a:lnTo>
                    <a:pt x="18" y="617"/>
                  </a:lnTo>
                  <a:lnTo>
                    <a:pt x="237" y="1129"/>
                  </a:lnTo>
                  <a:lnTo>
                    <a:pt x="222" y="1135"/>
                  </a:lnTo>
                  <a:close/>
                </a:path>
              </a:pathLst>
            </a:custGeom>
            <a:gradFill>
              <a:gsLst>
                <a:gs pos="0">
                  <a:schemeClr val="lt2"/>
                </a:gs>
                <a:gs pos="100000">
                  <a:srgbClr val="3B95DE"/>
                </a:gs>
              </a:gsLst>
              <a:lin ang="5400000" scaled="0"/>
            </a:gradFill>
            <a:ln>
              <a:noFill/>
            </a:ln>
          </p:spPr>
        </p:sp>
        <p:sp>
          <p:nvSpPr>
            <p:cNvPr id="66" name="Google Shape;66;p21"/>
            <p:cNvSpPr/>
            <p:nvPr/>
          </p:nvSpPr>
          <p:spPr>
            <a:xfrm>
              <a:off x="1600200" y="180181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1"/>
            <p:cNvSpPr/>
            <p:nvPr/>
          </p:nvSpPr>
          <p:spPr>
            <a:xfrm>
              <a:off x="1381125" y="9525"/>
              <a:ext cx="371475" cy="1425575"/>
            </a:xfrm>
            <a:custGeom>
              <a:rect b="b" l="l" r="r" t="t"/>
              <a:pathLst>
                <a:path extrusionOk="0" h="898" w="234">
                  <a:moveTo>
                    <a:pt x="219" y="898"/>
                  </a:moveTo>
                  <a:lnTo>
                    <a:pt x="0" y="383"/>
                  </a:lnTo>
                  <a:lnTo>
                    <a:pt x="0" y="0"/>
                  </a:lnTo>
                  <a:lnTo>
                    <a:pt x="15" y="0"/>
                  </a:lnTo>
                  <a:lnTo>
                    <a:pt x="15" y="380"/>
                  </a:lnTo>
                  <a:lnTo>
                    <a:pt x="234" y="892"/>
                  </a:lnTo>
                  <a:lnTo>
                    <a:pt x="219" y="898"/>
                  </a:lnTo>
                  <a:close/>
                </a:path>
              </a:pathLst>
            </a:custGeom>
            <a:gradFill>
              <a:gsLst>
                <a:gs pos="0">
                  <a:schemeClr val="lt2"/>
                </a:gs>
                <a:gs pos="100000">
                  <a:srgbClr val="3B95DE"/>
                </a:gs>
              </a:gsLst>
              <a:lin ang="5400000" scaled="0"/>
            </a:gradFill>
            <a:ln>
              <a:noFill/>
            </a:ln>
          </p:spPr>
        </p:sp>
        <p:sp>
          <p:nvSpPr>
            <p:cNvPr id="68" name="Google Shape;68;p21"/>
            <p:cNvSpPr/>
            <p:nvPr/>
          </p:nvSpPr>
          <p:spPr>
            <a:xfrm>
              <a:off x="1643063"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3B95DE"/>
                </a:gs>
              </a:gsLst>
              <a:lin ang="5400000" scaled="0"/>
            </a:gradFill>
            <a:ln>
              <a:noFill/>
            </a:ln>
          </p:spPr>
        </p:sp>
        <p:sp>
          <p:nvSpPr>
            <p:cNvPr id="69" name="Google Shape;69;p21"/>
            <p:cNvSpPr/>
            <p:nvPr/>
          </p:nvSpPr>
          <p:spPr>
            <a:xfrm>
              <a:off x="1685925" y="14208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1"/>
            <p:cNvSpPr/>
            <p:nvPr/>
          </p:nvSpPr>
          <p:spPr>
            <a:xfrm>
              <a:off x="168592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1"/>
            <p:cNvSpPr/>
            <p:nvPr/>
          </p:nvSpPr>
          <p:spPr>
            <a:xfrm>
              <a:off x="1743075" y="4763"/>
              <a:ext cx="419100" cy="522288"/>
            </a:xfrm>
            <a:custGeom>
              <a:rect b="b" l="l" r="r" t="t"/>
              <a:pathLst>
                <a:path extrusionOk="0" h="329" w="264">
                  <a:moveTo>
                    <a:pt x="252" y="329"/>
                  </a:moveTo>
                  <a:lnTo>
                    <a:pt x="45" y="120"/>
                  </a:lnTo>
                  <a:lnTo>
                    <a:pt x="0" y="6"/>
                  </a:lnTo>
                  <a:lnTo>
                    <a:pt x="15" y="0"/>
                  </a:lnTo>
                  <a:lnTo>
                    <a:pt x="60" y="111"/>
                  </a:lnTo>
                  <a:lnTo>
                    <a:pt x="264" y="317"/>
                  </a:lnTo>
                  <a:lnTo>
                    <a:pt x="252" y="329"/>
                  </a:lnTo>
                  <a:close/>
                </a:path>
              </a:pathLst>
            </a:custGeom>
            <a:gradFill>
              <a:gsLst>
                <a:gs pos="0">
                  <a:schemeClr val="lt2"/>
                </a:gs>
                <a:gs pos="100000">
                  <a:srgbClr val="3B95DE"/>
                </a:gs>
              </a:gsLst>
              <a:lin ang="5400000" scaled="0"/>
            </a:gradFill>
            <a:ln>
              <a:noFill/>
            </a:ln>
          </p:spPr>
        </p:sp>
        <p:sp>
          <p:nvSpPr>
            <p:cNvPr id="72" name="Google Shape;72;p21"/>
            <p:cNvSpPr/>
            <p:nvPr/>
          </p:nvSpPr>
          <p:spPr>
            <a:xfrm>
              <a:off x="2119313"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1"/>
            <p:cNvSpPr/>
            <p:nvPr/>
          </p:nvSpPr>
          <p:spPr>
            <a:xfrm>
              <a:off x="952500" y="4763"/>
              <a:ext cx="152400" cy="908050"/>
            </a:xfrm>
            <a:custGeom>
              <a:rect b="b" l="l" r="r" t="t"/>
              <a:pathLst>
                <a:path extrusionOk="0" h="572" w="96">
                  <a:moveTo>
                    <a:pt x="15" y="572"/>
                  </a:moveTo>
                  <a:lnTo>
                    <a:pt x="0" y="572"/>
                  </a:lnTo>
                  <a:lnTo>
                    <a:pt x="0" y="189"/>
                  </a:lnTo>
                  <a:lnTo>
                    <a:pt x="81" y="0"/>
                  </a:lnTo>
                  <a:lnTo>
                    <a:pt x="96" y="6"/>
                  </a:lnTo>
                  <a:lnTo>
                    <a:pt x="15" y="192"/>
                  </a:lnTo>
                  <a:lnTo>
                    <a:pt x="15" y="572"/>
                  </a:lnTo>
                  <a:close/>
                </a:path>
              </a:pathLst>
            </a:custGeom>
            <a:gradFill>
              <a:gsLst>
                <a:gs pos="0">
                  <a:schemeClr val="lt2"/>
                </a:gs>
                <a:gs pos="100000">
                  <a:srgbClr val="3B95DE"/>
                </a:gs>
              </a:gsLst>
              <a:lin ang="5400000" scaled="0"/>
            </a:gradFill>
            <a:ln>
              <a:noFill/>
            </a:ln>
          </p:spPr>
        </p:sp>
        <p:sp>
          <p:nvSpPr>
            <p:cNvPr id="74" name="Google Shape;74;p21"/>
            <p:cNvSpPr/>
            <p:nvPr/>
          </p:nvSpPr>
          <p:spPr>
            <a:xfrm>
              <a:off x="86677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1"/>
            <p:cNvSpPr/>
            <p:nvPr/>
          </p:nvSpPr>
          <p:spPr>
            <a:xfrm>
              <a:off x="890588" y="15541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1"/>
            <p:cNvSpPr/>
            <p:nvPr/>
          </p:nvSpPr>
          <p:spPr>
            <a:xfrm>
              <a:off x="738188" y="5622925"/>
              <a:ext cx="338138" cy="1216025"/>
            </a:xfrm>
            <a:custGeom>
              <a:rect b="b" l="l" r="r" t="t"/>
              <a:pathLst>
                <a:path extrusionOk="0" h="766" w="213">
                  <a:moveTo>
                    <a:pt x="213" y="766"/>
                  </a:moveTo>
                  <a:lnTo>
                    <a:pt x="195" y="766"/>
                  </a:lnTo>
                  <a:lnTo>
                    <a:pt x="195" y="464"/>
                  </a:lnTo>
                  <a:lnTo>
                    <a:pt x="0" y="6"/>
                  </a:lnTo>
                  <a:lnTo>
                    <a:pt x="12" y="0"/>
                  </a:lnTo>
                  <a:lnTo>
                    <a:pt x="213" y="461"/>
                  </a:lnTo>
                  <a:lnTo>
                    <a:pt x="213" y="766"/>
                  </a:lnTo>
                  <a:close/>
                </a:path>
              </a:pathLst>
            </a:custGeom>
            <a:gradFill>
              <a:gsLst>
                <a:gs pos="0">
                  <a:schemeClr val="lt2"/>
                </a:gs>
                <a:gs pos="100000">
                  <a:srgbClr val="3B95DE"/>
                </a:gs>
              </a:gsLst>
              <a:lin ang="5400000" scaled="0"/>
            </a:gradFill>
            <a:ln>
              <a:noFill/>
            </a:ln>
          </p:spPr>
        </p:sp>
        <p:sp>
          <p:nvSpPr>
            <p:cNvPr id="77" name="Google Shape;77;p21"/>
            <p:cNvSpPr/>
            <p:nvPr/>
          </p:nvSpPr>
          <p:spPr>
            <a:xfrm>
              <a:off x="647700" y="5480050"/>
              <a:ext cx="157163" cy="157163"/>
            </a:xfrm>
            <a:custGeom>
              <a:rect b="b" l="l" r="r" t="t"/>
              <a:pathLst>
                <a:path extrusionOk="0" h="33" w="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1"/>
            <p:cNvSpPr/>
            <p:nvPr/>
          </p:nvSpPr>
          <p:spPr>
            <a:xfrm>
              <a:off x="66675" y="903288"/>
              <a:ext cx="190500" cy="190500"/>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1"/>
            <p:cNvSpPr/>
            <p:nvPr/>
          </p:nvSpPr>
          <p:spPr>
            <a:xfrm>
              <a:off x="0" y="3897313"/>
              <a:ext cx="133350" cy="266700"/>
            </a:xfrm>
            <a:custGeom>
              <a:rect b="b" l="l" r="r" t="t"/>
              <a:pathLst>
                <a:path extrusionOk="0" h="168" w="84">
                  <a:moveTo>
                    <a:pt x="69" y="168"/>
                  </a:moveTo>
                  <a:lnTo>
                    <a:pt x="0" y="6"/>
                  </a:lnTo>
                  <a:lnTo>
                    <a:pt x="12" y="0"/>
                  </a:lnTo>
                  <a:lnTo>
                    <a:pt x="84" y="162"/>
                  </a:lnTo>
                  <a:lnTo>
                    <a:pt x="69" y="168"/>
                  </a:lnTo>
                  <a:close/>
                </a:path>
              </a:pathLst>
            </a:custGeom>
            <a:gradFill>
              <a:gsLst>
                <a:gs pos="0">
                  <a:schemeClr val="lt2"/>
                </a:gs>
                <a:gs pos="100000">
                  <a:srgbClr val="3B95DE"/>
                </a:gs>
              </a:gsLst>
              <a:lin ang="5400000" scaled="0"/>
            </a:gradFill>
            <a:ln>
              <a:noFill/>
            </a:ln>
          </p:spPr>
        </p:sp>
        <p:sp>
          <p:nvSpPr>
            <p:cNvPr id="80" name="Google Shape;80;p21"/>
            <p:cNvSpPr/>
            <p:nvPr/>
          </p:nvSpPr>
          <p:spPr>
            <a:xfrm>
              <a:off x="66675" y="414972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1"/>
            <p:cNvSpPr/>
            <p:nvPr/>
          </p:nvSpPr>
          <p:spPr>
            <a:xfrm>
              <a:off x="0" y="1644650"/>
              <a:ext cx="133350" cy="269875"/>
            </a:xfrm>
            <a:custGeom>
              <a:rect b="b" l="l" r="r" t="t"/>
              <a:pathLst>
                <a:path extrusionOk="0" h="170" w="84">
                  <a:moveTo>
                    <a:pt x="12" y="170"/>
                  </a:moveTo>
                  <a:lnTo>
                    <a:pt x="0" y="164"/>
                  </a:lnTo>
                  <a:lnTo>
                    <a:pt x="69" y="0"/>
                  </a:lnTo>
                  <a:lnTo>
                    <a:pt x="84" y="6"/>
                  </a:lnTo>
                  <a:lnTo>
                    <a:pt x="12" y="170"/>
                  </a:lnTo>
                  <a:close/>
                </a:path>
              </a:pathLst>
            </a:custGeom>
            <a:gradFill>
              <a:gsLst>
                <a:gs pos="0">
                  <a:schemeClr val="lt2"/>
                </a:gs>
                <a:gs pos="100000">
                  <a:srgbClr val="3B95DE"/>
                </a:gs>
              </a:gsLst>
              <a:lin ang="5400000" scaled="0"/>
            </a:gradFill>
            <a:ln>
              <a:noFill/>
            </a:ln>
          </p:spPr>
        </p:sp>
        <p:sp>
          <p:nvSpPr>
            <p:cNvPr id="82" name="Google Shape;82;p21"/>
            <p:cNvSpPr/>
            <p:nvPr/>
          </p:nvSpPr>
          <p:spPr>
            <a:xfrm>
              <a:off x="66675" y="146843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1"/>
            <p:cNvSpPr/>
            <p:nvPr/>
          </p:nvSpPr>
          <p:spPr>
            <a:xfrm>
              <a:off x="695325" y="4763"/>
              <a:ext cx="309563" cy="1558925"/>
            </a:xfrm>
            <a:custGeom>
              <a:rect b="b" l="l" r="r" t="t"/>
              <a:pathLst>
                <a:path extrusionOk="0" h="982" w="195">
                  <a:moveTo>
                    <a:pt x="195" y="982"/>
                  </a:moveTo>
                  <a:lnTo>
                    <a:pt x="177" y="982"/>
                  </a:lnTo>
                  <a:lnTo>
                    <a:pt x="177" y="805"/>
                  </a:lnTo>
                  <a:lnTo>
                    <a:pt x="0" y="629"/>
                  </a:lnTo>
                  <a:lnTo>
                    <a:pt x="0" y="0"/>
                  </a:lnTo>
                  <a:lnTo>
                    <a:pt x="18" y="0"/>
                  </a:lnTo>
                  <a:lnTo>
                    <a:pt x="18" y="623"/>
                  </a:lnTo>
                  <a:lnTo>
                    <a:pt x="195" y="796"/>
                  </a:lnTo>
                  <a:lnTo>
                    <a:pt x="195" y="982"/>
                  </a:lnTo>
                  <a:close/>
                </a:path>
              </a:pathLst>
            </a:custGeom>
            <a:gradFill>
              <a:gsLst>
                <a:gs pos="0">
                  <a:schemeClr val="lt2"/>
                </a:gs>
                <a:gs pos="100000">
                  <a:srgbClr val="3B95DE"/>
                </a:gs>
              </a:gsLst>
              <a:lin ang="5400000" scaled="0"/>
            </a:gradFill>
            <a:ln>
              <a:noFill/>
            </a:ln>
          </p:spPr>
        </p:sp>
        <p:sp>
          <p:nvSpPr>
            <p:cNvPr id="84" name="Google Shape;84;p21"/>
            <p:cNvSpPr/>
            <p:nvPr/>
          </p:nvSpPr>
          <p:spPr>
            <a:xfrm>
              <a:off x="57150" y="48815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1"/>
            <p:cNvSpPr/>
            <p:nvPr/>
          </p:nvSpPr>
          <p:spPr>
            <a:xfrm>
              <a:off x="138113" y="5060950"/>
              <a:ext cx="304800" cy="1778000"/>
            </a:xfrm>
            <a:custGeom>
              <a:rect b="b" l="l" r="r" t="t"/>
              <a:pathLst>
                <a:path extrusionOk="0" h="1120" w="192">
                  <a:moveTo>
                    <a:pt x="192" y="1120"/>
                  </a:moveTo>
                  <a:lnTo>
                    <a:pt x="177" y="1120"/>
                  </a:lnTo>
                  <a:lnTo>
                    <a:pt x="177" y="360"/>
                  </a:lnTo>
                  <a:lnTo>
                    <a:pt x="0" y="183"/>
                  </a:lnTo>
                  <a:lnTo>
                    <a:pt x="0" y="0"/>
                  </a:lnTo>
                  <a:lnTo>
                    <a:pt x="15" y="0"/>
                  </a:lnTo>
                  <a:lnTo>
                    <a:pt x="15" y="177"/>
                  </a:lnTo>
                  <a:lnTo>
                    <a:pt x="192" y="354"/>
                  </a:lnTo>
                  <a:lnTo>
                    <a:pt x="192" y="1120"/>
                  </a:lnTo>
                  <a:close/>
                </a:path>
              </a:pathLst>
            </a:custGeom>
            <a:gradFill>
              <a:gsLst>
                <a:gs pos="0">
                  <a:schemeClr val="lt2"/>
                </a:gs>
                <a:gs pos="100000">
                  <a:srgbClr val="3B95DE"/>
                </a:gs>
              </a:gsLst>
              <a:lin ang="5400000" scaled="0"/>
            </a:gradFill>
            <a:ln>
              <a:noFill/>
            </a:ln>
          </p:spPr>
        </p:sp>
        <p:sp>
          <p:nvSpPr>
            <p:cNvPr id="86" name="Google Shape;86;p21"/>
            <p:cNvSpPr/>
            <p:nvPr/>
          </p:nvSpPr>
          <p:spPr>
            <a:xfrm>
              <a:off x="561975" y="64309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1"/>
            <p:cNvSpPr/>
            <p:nvPr/>
          </p:nvSpPr>
          <p:spPr>
            <a:xfrm>
              <a:off x="642938" y="6610350"/>
              <a:ext cx="23813" cy="242888"/>
            </a:xfrm>
            <a:prstGeom prst="rect">
              <a:avLst/>
            </a:pr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1"/>
            <p:cNvSpPr/>
            <p:nvPr/>
          </p:nvSpPr>
          <p:spPr>
            <a:xfrm>
              <a:off x="76200" y="6430963"/>
              <a:ext cx="190500" cy="188913"/>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1"/>
            <p:cNvSpPr/>
            <p:nvPr/>
          </p:nvSpPr>
          <p:spPr>
            <a:xfrm>
              <a:off x="0" y="5978525"/>
              <a:ext cx="190500" cy="461963"/>
            </a:xfrm>
            <a:custGeom>
              <a:rect b="b" l="l" r="r" t="t"/>
              <a:pathLst>
                <a:path extrusionOk="0" h="291" w="120">
                  <a:moveTo>
                    <a:pt x="120" y="291"/>
                  </a:moveTo>
                  <a:lnTo>
                    <a:pt x="105" y="291"/>
                  </a:lnTo>
                  <a:lnTo>
                    <a:pt x="105" y="114"/>
                  </a:lnTo>
                  <a:lnTo>
                    <a:pt x="0" y="9"/>
                  </a:lnTo>
                  <a:lnTo>
                    <a:pt x="12" y="0"/>
                  </a:lnTo>
                  <a:lnTo>
                    <a:pt x="120" y="108"/>
                  </a:lnTo>
                  <a:lnTo>
                    <a:pt x="120" y="291"/>
                  </a:lnTo>
                  <a:close/>
                </a:path>
              </a:pathLst>
            </a:custGeom>
            <a:gradFill>
              <a:gsLst>
                <a:gs pos="0">
                  <a:schemeClr val="lt2"/>
                </a:gs>
                <a:gs pos="100000">
                  <a:srgbClr val="3B95DE"/>
                </a:gs>
              </a:gsLst>
              <a:lin ang="5400000" scaled="0"/>
            </a:gradFill>
            <a:ln>
              <a:noFill/>
            </a:ln>
          </p:spPr>
        </p:sp>
        <p:sp>
          <p:nvSpPr>
            <p:cNvPr id="90" name="Google Shape;90;p21"/>
            <p:cNvSpPr/>
            <p:nvPr/>
          </p:nvSpPr>
          <p:spPr>
            <a:xfrm>
              <a:off x="1014413" y="1801813"/>
              <a:ext cx="214313" cy="755650"/>
            </a:xfrm>
            <a:custGeom>
              <a:rect b="b" l="l" r="r" t="t"/>
              <a:pathLst>
                <a:path extrusionOk="0" h="476" w="135">
                  <a:moveTo>
                    <a:pt x="12" y="476"/>
                  </a:moveTo>
                  <a:lnTo>
                    <a:pt x="0" y="476"/>
                  </a:lnTo>
                  <a:lnTo>
                    <a:pt x="0" y="128"/>
                  </a:lnTo>
                  <a:lnTo>
                    <a:pt x="126" y="0"/>
                  </a:lnTo>
                  <a:lnTo>
                    <a:pt x="135" y="9"/>
                  </a:lnTo>
                  <a:lnTo>
                    <a:pt x="12" y="131"/>
                  </a:lnTo>
                  <a:lnTo>
                    <a:pt x="12" y="476"/>
                  </a:lnTo>
                  <a:close/>
                </a:path>
              </a:pathLst>
            </a:custGeom>
            <a:gradFill>
              <a:gsLst>
                <a:gs pos="0">
                  <a:schemeClr val="lt2"/>
                </a:gs>
                <a:gs pos="100000">
                  <a:srgbClr val="3B95DE"/>
                </a:gs>
              </a:gsLst>
              <a:lin ang="5400000" scaled="0"/>
            </a:gradFill>
            <a:ln>
              <a:noFill/>
            </a:ln>
          </p:spPr>
        </p:sp>
        <p:sp>
          <p:nvSpPr>
            <p:cNvPr id="91" name="Google Shape;91;p21"/>
            <p:cNvSpPr/>
            <p:nvPr/>
          </p:nvSpPr>
          <p:spPr>
            <a:xfrm>
              <a:off x="938213" y="2547938"/>
              <a:ext cx="166688" cy="160338"/>
            </a:xfrm>
            <a:custGeom>
              <a:rect b="b" l="l" r="r" t="t"/>
              <a:pathLst>
                <a:path extrusionOk="0" h="34" w="35">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1"/>
            <p:cNvSpPr/>
            <p:nvPr/>
          </p:nvSpPr>
          <p:spPr>
            <a:xfrm>
              <a:off x="595313" y="4763"/>
              <a:ext cx="638175" cy="4025900"/>
            </a:xfrm>
            <a:custGeom>
              <a:rect b="b" l="l" r="r" t="t"/>
              <a:pathLst>
                <a:path extrusionOk="0" h="2536" w="402">
                  <a:moveTo>
                    <a:pt x="402" y="2536"/>
                  </a:moveTo>
                  <a:lnTo>
                    <a:pt x="387" y="2536"/>
                  </a:lnTo>
                  <a:lnTo>
                    <a:pt x="387" y="2311"/>
                  </a:lnTo>
                  <a:lnTo>
                    <a:pt x="0" y="1925"/>
                  </a:lnTo>
                  <a:lnTo>
                    <a:pt x="0" y="0"/>
                  </a:lnTo>
                  <a:lnTo>
                    <a:pt x="15" y="0"/>
                  </a:lnTo>
                  <a:lnTo>
                    <a:pt x="15" y="1916"/>
                  </a:lnTo>
                  <a:lnTo>
                    <a:pt x="402" y="2302"/>
                  </a:lnTo>
                  <a:lnTo>
                    <a:pt x="402" y="2536"/>
                  </a:lnTo>
                  <a:close/>
                </a:path>
              </a:pathLst>
            </a:custGeom>
            <a:gradFill>
              <a:gsLst>
                <a:gs pos="0">
                  <a:schemeClr val="lt2"/>
                </a:gs>
                <a:gs pos="100000">
                  <a:srgbClr val="3B95DE"/>
                </a:gs>
              </a:gsLst>
              <a:lin ang="5400000" scaled="0"/>
            </a:gradFill>
            <a:ln>
              <a:noFill/>
            </a:ln>
          </p:spPr>
        </p:sp>
        <p:sp>
          <p:nvSpPr>
            <p:cNvPr id="93" name="Google Shape;93;p21"/>
            <p:cNvSpPr/>
            <p:nvPr/>
          </p:nvSpPr>
          <p:spPr>
            <a:xfrm>
              <a:off x="1223963"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lt2"/>
                </a:gs>
                <a:gs pos="100000">
                  <a:srgbClr val="3B95DE"/>
                </a:gs>
              </a:gsLst>
              <a:lin ang="5400000" scaled="0"/>
            </a:gradFill>
            <a:ln>
              <a:noFill/>
            </a:ln>
          </p:spPr>
        </p:sp>
        <p:sp>
          <p:nvSpPr>
            <p:cNvPr id="94" name="Google Shape;94;p21"/>
            <p:cNvSpPr/>
            <p:nvPr/>
          </p:nvSpPr>
          <p:spPr>
            <a:xfrm>
              <a:off x="1300163" y="1849438"/>
              <a:ext cx="109538" cy="107950"/>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1"/>
            <p:cNvSpPr/>
            <p:nvPr/>
          </p:nvSpPr>
          <p:spPr>
            <a:xfrm>
              <a:off x="280988" y="3417888"/>
              <a:ext cx="142875" cy="474663"/>
            </a:xfrm>
            <a:custGeom>
              <a:rect b="b" l="l" r="r" t="t"/>
              <a:pathLst>
                <a:path extrusionOk="0" h="299" w="90">
                  <a:moveTo>
                    <a:pt x="12" y="299"/>
                  </a:moveTo>
                  <a:lnTo>
                    <a:pt x="0" y="299"/>
                  </a:lnTo>
                  <a:lnTo>
                    <a:pt x="0" y="80"/>
                  </a:lnTo>
                  <a:lnTo>
                    <a:pt x="81" y="0"/>
                  </a:lnTo>
                  <a:lnTo>
                    <a:pt x="90" y="8"/>
                  </a:lnTo>
                  <a:lnTo>
                    <a:pt x="12" y="83"/>
                  </a:lnTo>
                  <a:lnTo>
                    <a:pt x="12" y="299"/>
                  </a:lnTo>
                  <a:close/>
                </a:path>
              </a:pathLst>
            </a:custGeom>
            <a:gradFill>
              <a:gsLst>
                <a:gs pos="0">
                  <a:schemeClr val="lt2"/>
                </a:gs>
                <a:gs pos="100000">
                  <a:srgbClr val="3B95DE"/>
                </a:gs>
              </a:gsLst>
              <a:lin ang="5400000" scaled="0"/>
            </a:gradFill>
            <a:ln>
              <a:noFill/>
            </a:ln>
          </p:spPr>
        </p:sp>
        <p:sp>
          <p:nvSpPr>
            <p:cNvPr id="96" name="Google Shape;96;p21"/>
            <p:cNvSpPr/>
            <p:nvPr/>
          </p:nvSpPr>
          <p:spPr>
            <a:xfrm>
              <a:off x="238125" y="3883025"/>
              <a:ext cx="109538" cy="109538"/>
            </a:xfrm>
            <a:custGeom>
              <a:rect b="b" l="l" r="r" t="t"/>
              <a:pathLst>
                <a:path extrusionOk="0" h="23" w="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1"/>
            <p:cNvSpPr/>
            <p:nvPr/>
          </p:nvSpPr>
          <p:spPr>
            <a:xfrm>
              <a:off x="4763" y="2166938"/>
              <a:ext cx="114300" cy="452438"/>
            </a:xfrm>
            <a:custGeom>
              <a:rect b="b" l="l" r="r" t="t"/>
              <a:pathLst>
                <a:path extrusionOk="0" h="285" w="72">
                  <a:moveTo>
                    <a:pt x="6" y="285"/>
                  </a:moveTo>
                  <a:lnTo>
                    <a:pt x="0" y="276"/>
                  </a:lnTo>
                  <a:lnTo>
                    <a:pt x="60" y="216"/>
                  </a:lnTo>
                  <a:lnTo>
                    <a:pt x="60" y="0"/>
                  </a:lnTo>
                  <a:lnTo>
                    <a:pt x="72" y="0"/>
                  </a:lnTo>
                  <a:lnTo>
                    <a:pt x="72" y="222"/>
                  </a:lnTo>
                  <a:lnTo>
                    <a:pt x="6" y="285"/>
                  </a:lnTo>
                  <a:close/>
                </a:path>
              </a:pathLst>
            </a:custGeom>
            <a:gradFill>
              <a:gsLst>
                <a:gs pos="0">
                  <a:schemeClr val="lt2"/>
                </a:gs>
                <a:gs pos="100000">
                  <a:srgbClr val="3B95DE"/>
                </a:gs>
              </a:gsLst>
              <a:lin ang="5400000" scaled="0"/>
            </a:gradFill>
            <a:ln>
              <a:noFill/>
            </a:ln>
          </p:spPr>
        </p:sp>
        <p:sp>
          <p:nvSpPr>
            <p:cNvPr id="98" name="Google Shape;98;p21"/>
            <p:cNvSpPr/>
            <p:nvPr/>
          </p:nvSpPr>
          <p:spPr>
            <a:xfrm>
              <a:off x="52388" y="2066925"/>
              <a:ext cx="109538" cy="109538"/>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1"/>
            <p:cNvSpPr/>
            <p:nvPr/>
          </p:nvSpPr>
          <p:spPr>
            <a:xfrm>
              <a:off x="1228725" y="4662488"/>
              <a:ext cx="23813" cy="2181225"/>
            </a:xfrm>
            <a:prstGeom prst="rect">
              <a:avLst/>
            </a:pr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1"/>
            <p:cNvSpPr/>
            <p:nvPr/>
          </p:nvSpPr>
          <p:spPr>
            <a:xfrm>
              <a:off x="1319213" y="5041900"/>
              <a:ext cx="371475" cy="1801813"/>
            </a:xfrm>
            <a:custGeom>
              <a:rect b="b" l="l" r="r" t="t"/>
              <a:pathLst>
                <a:path extrusionOk="0" h="1135" w="234">
                  <a:moveTo>
                    <a:pt x="15" y="1135"/>
                  </a:moveTo>
                  <a:lnTo>
                    <a:pt x="0" y="1135"/>
                  </a:lnTo>
                  <a:lnTo>
                    <a:pt x="0" y="515"/>
                  </a:lnTo>
                  <a:lnTo>
                    <a:pt x="0" y="512"/>
                  </a:lnTo>
                  <a:lnTo>
                    <a:pt x="219" y="0"/>
                  </a:lnTo>
                  <a:lnTo>
                    <a:pt x="234" y="6"/>
                  </a:lnTo>
                  <a:lnTo>
                    <a:pt x="15" y="518"/>
                  </a:lnTo>
                  <a:lnTo>
                    <a:pt x="15" y="1135"/>
                  </a:lnTo>
                  <a:close/>
                </a:path>
              </a:pathLst>
            </a:custGeom>
            <a:gradFill>
              <a:gsLst>
                <a:gs pos="0">
                  <a:schemeClr val="lt2"/>
                </a:gs>
                <a:gs pos="100000">
                  <a:srgbClr val="3B95DE"/>
                </a:gs>
              </a:gsLst>
              <a:lin ang="5400000" scaled="0"/>
            </a:gradFill>
            <a:ln>
              <a:noFill/>
            </a:ln>
          </p:spPr>
        </p:sp>
        <p:sp>
          <p:nvSpPr>
            <p:cNvPr id="101" name="Google Shape;101;p21"/>
            <p:cNvSpPr/>
            <p:nvPr/>
          </p:nvSpPr>
          <p:spPr>
            <a:xfrm>
              <a:off x="1147763"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1"/>
            <p:cNvSpPr/>
            <p:nvPr/>
          </p:nvSpPr>
          <p:spPr>
            <a:xfrm>
              <a:off x="819150" y="3983038"/>
              <a:ext cx="347663" cy="2860675"/>
            </a:xfrm>
            <a:custGeom>
              <a:rect b="b" l="l" r="r" t="t"/>
              <a:pathLst>
                <a:path extrusionOk="0" h="1802" w="219">
                  <a:moveTo>
                    <a:pt x="219" y="1802"/>
                  </a:moveTo>
                  <a:lnTo>
                    <a:pt x="201" y="1802"/>
                  </a:lnTo>
                  <a:lnTo>
                    <a:pt x="201" y="1185"/>
                  </a:lnTo>
                  <a:lnTo>
                    <a:pt x="0" y="3"/>
                  </a:lnTo>
                  <a:lnTo>
                    <a:pt x="15" y="0"/>
                  </a:lnTo>
                  <a:lnTo>
                    <a:pt x="219" y="1185"/>
                  </a:lnTo>
                  <a:lnTo>
                    <a:pt x="219" y="1802"/>
                  </a:lnTo>
                  <a:close/>
                </a:path>
              </a:pathLst>
            </a:custGeom>
            <a:gradFill>
              <a:gsLst>
                <a:gs pos="0">
                  <a:schemeClr val="lt2"/>
                </a:gs>
                <a:gs pos="100000">
                  <a:srgbClr val="3B95DE"/>
                </a:gs>
              </a:gsLst>
              <a:lin ang="5400000" scaled="0"/>
            </a:gradFill>
            <a:ln>
              <a:noFill/>
            </a:ln>
          </p:spPr>
        </p:sp>
        <p:sp>
          <p:nvSpPr>
            <p:cNvPr id="103" name="Google Shape;103;p21"/>
            <p:cNvSpPr/>
            <p:nvPr/>
          </p:nvSpPr>
          <p:spPr>
            <a:xfrm>
              <a:off x="728663" y="3806825"/>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1"/>
            <p:cNvSpPr/>
            <p:nvPr/>
          </p:nvSpPr>
          <p:spPr>
            <a:xfrm>
              <a:off x="1624013"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1"/>
            <p:cNvSpPr/>
            <p:nvPr/>
          </p:nvSpPr>
          <p:spPr>
            <a:xfrm>
              <a:off x="1404938" y="5422900"/>
              <a:ext cx="371475" cy="1425575"/>
            </a:xfrm>
            <a:custGeom>
              <a:rect b="b" l="l" r="r" t="t"/>
              <a:pathLst>
                <a:path extrusionOk="0" h="898" w="234">
                  <a:moveTo>
                    <a:pt x="18" y="898"/>
                  </a:moveTo>
                  <a:lnTo>
                    <a:pt x="0" y="898"/>
                  </a:lnTo>
                  <a:lnTo>
                    <a:pt x="0" y="515"/>
                  </a:lnTo>
                  <a:lnTo>
                    <a:pt x="0" y="512"/>
                  </a:lnTo>
                  <a:lnTo>
                    <a:pt x="222" y="0"/>
                  </a:lnTo>
                  <a:lnTo>
                    <a:pt x="234" y="6"/>
                  </a:lnTo>
                  <a:lnTo>
                    <a:pt x="18" y="518"/>
                  </a:lnTo>
                  <a:lnTo>
                    <a:pt x="18" y="898"/>
                  </a:lnTo>
                  <a:close/>
                </a:path>
              </a:pathLst>
            </a:custGeom>
            <a:gradFill>
              <a:gsLst>
                <a:gs pos="0">
                  <a:schemeClr val="lt2"/>
                </a:gs>
                <a:gs pos="100000">
                  <a:srgbClr val="3B95DE"/>
                </a:gs>
              </a:gsLst>
              <a:lin ang="5400000" scaled="0"/>
            </a:gradFill>
            <a:ln>
              <a:noFill/>
            </a:ln>
          </p:spPr>
        </p:sp>
        <p:sp>
          <p:nvSpPr>
            <p:cNvPr id="106" name="Google Shape;106;p21"/>
            <p:cNvSpPr/>
            <p:nvPr/>
          </p:nvSpPr>
          <p:spPr>
            <a:xfrm>
              <a:off x="1666875"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3B95DE"/>
                </a:gs>
              </a:gsLst>
              <a:lin ang="5400000" scaled="0"/>
            </a:gradFill>
            <a:ln>
              <a:noFill/>
            </a:ln>
          </p:spPr>
        </p:sp>
        <p:sp>
          <p:nvSpPr>
            <p:cNvPr id="107" name="Google Shape;107;p21"/>
            <p:cNvSpPr/>
            <p:nvPr/>
          </p:nvSpPr>
          <p:spPr>
            <a:xfrm>
              <a:off x="1709738"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1"/>
            <p:cNvSpPr/>
            <p:nvPr/>
          </p:nvSpPr>
          <p:spPr>
            <a:xfrm>
              <a:off x="1709738"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1"/>
            <p:cNvSpPr/>
            <p:nvPr/>
          </p:nvSpPr>
          <p:spPr>
            <a:xfrm>
              <a:off x="1766888" y="6330950"/>
              <a:ext cx="419100" cy="527050"/>
            </a:xfrm>
            <a:custGeom>
              <a:rect b="b" l="l" r="r" t="t"/>
              <a:pathLst>
                <a:path extrusionOk="0" h="332" w="264">
                  <a:moveTo>
                    <a:pt x="12" y="332"/>
                  </a:moveTo>
                  <a:lnTo>
                    <a:pt x="0" y="326"/>
                  </a:lnTo>
                  <a:lnTo>
                    <a:pt x="45" y="206"/>
                  </a:lnTo>
                  <a:lnTo>
                    <a:pt x="255" y="0"/>
                  </a:lnTo>
                  <a:lnTo>
                    <a:pt x="264" y="12"/>
                  </a:lnTo>
                  <a:lnTo>
                    <a:pt x="60" y="215"/>
                  </a:lnTo>
                  <a:lnTo>
                    <a:pt x="12" y="332"/>
                  </a:lnTo>
                  <a:close/>
                </a:path>
              </a:pathLst>
            </a:custGeom>
            <a:gradFill>
              <a:gsLst>
                <a:gs pos="0">
                  <a:schemeClr val="lt2"/>
                </a:gs>
                <a:gs pos="100000">
                  <a:srgbClr val="3B95DE"/>
                </a:gs>
              </a:gsLst>
              <a:lin ang="5400000" scaled="0"/>
            </a:gradFill>
            <a:ln>
              <a:noFill/>
            </a:ln>
          </p:spPr>
        </p:sp>
        <p:sp>
          <p:nvSpPr>
            <p:cNvPr id="110" name="Google Shape;110;p21"/>
            <p:cNvSpPr/>
            <p:nvPr/>
          </p:nvSpPr>
          <p:spPr>
            <a:xfrm>
              <a:off x="2147888"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1"/>
            <p:cNvSpPr/>
            <p:nvPr/>
          </p:nvSpPr>
          <p:spPr>
            <a:xfrm>
              <a:off x="504825" y="9525"/>
              <a:ext cx="233363" cy="5103813"/>
            </a:xfrm>
            <a:custGeom>
              <a:rect b="b" l="l" r="r" t="t"/>
              <a:pathLst>
                <a:path extrusionOk="0" h="3215" w="147">
                  <a:moveTo>
                    <a:pt x="132" y="3215"/>
                  </a:moveTo>
                  <a:lnTo>
                    <a:pt x="129" y="2754"/>
                  </a:lnTo>
                  <a:lnTo>
                    <a:pt x="0" y="1901"/>
                  </a:lnTo>
                  <a:lnTo>
                    <a:pt x="0" y="0"/>
                  </a:lnTo>
                  <a:lnTo>
                    <a:pt x="15" y="0"/>
                  </a:lnTo>
                  <a:lnTo>
                    <a:pt x="15" y="1898"/>
                  </a:lnTo>
                  <a:lnTo>
                    <a:pt x="144" y="2754"/>
                  </a:lnTo>
                  <a:lnTo>
                    <a:pt x="147" y="3215"/>
                  </a:lnTo>
                  <a:lnTo>
                    <a:pt x="132" y="3215"/>
                  </a:lnTo>
                  <a:close/>
                </a:path>
              </a:pathLst>
            </a:custGeom>
            <a:gradFill>
              <a:gsLst>
                <a:gs pos="0">
                  <a:schemeClr val="lt2"/>
                </a:gs>
                <a:gs pos="100000">
                  <a:srgbClr val="3B95DE"/>
                </a:gs>
              </a:gsLst>
              <a:lin ang="5400000" scaled="0"/>
            </a:gradFill>
            <a:ln>
              <a:noFill/>
            </a:ln>
          </p:spPr>
        </p:sp>
        <p:sp>
          <p:nvSpPr>
            <p:cNvPr id="112" name="Google Shape;112;p21"/>
            <p:cNvSpPr/>
            <p:nvPr/>
          </p:nvSpPr>
          <p:spPr>
            <a:xfrm>
              <a:off x="633413" y="5103813"/>
              <a:ext cx="185738" cy="185738"/>
            </a:xfrm>
            <a:custGeom>
              <a:rect b="b" l="l" r="r" t="t"/>
              <a:pathLst>
                <a:path extrusionOk="0" h="39" w="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3" name="Google Shape;113;p21"/>
          <p:cNvSpPr txBox="1"/>
          <p:nvPr>
            <p:ph type="ctrTitle"/>
          </p:nvPr>
        </p:nvSpPr>
        <p:spPr>
          <a:xfrm>
            <a:off x="1876424" y="1122363"/>
            <a:ext cx="8791575"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Twentieth Centur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1"/>
          <p:cNvSpPr txBox="1"/>
          <p:nvPr>
            <p:ph idx="1" type="subTitle"/>
          </p:nvPr>
        </p:nvSpPr>
        <p:spPr>
          <a:xfrm>
            <a:off x="1876424" y="3602038"/>
            <a:ext cx="8791575" cy="1655762"/>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lt2"/>
              </a:buClr>
              <a:buSzPts val="2500"/>
              <a:buNone/>
              <a:defRPr sz="2000" cap="none">
                <a:solidFill>
                  <a:schemeClr val="lt2"/>
                </a:solidFill>
              </a:defRPr>
            </a:lvl1pPr>
            <a:lvl2pPr lvl="1" algn="ctr">
              <a:lnSpc>
                <a:spcPct val="120000"/>
              </a:lnSpc>
              <a:spcBef>
                <a:spcPts val="500"/>
              </a:spcBef>
              <a:spcAft>
                <a:spcPts val="0"/>
              </a:spcAft>
              <a:buClr>
                <a:schemeClr val="lt1"/>
              </a:buClr>
              <a:buSzPts val="2500"/>
              <a:buNone/>
              <a:defRPr sz="2000"/>
            </a:lvl2pPr>
            <a:lvl3pPr lvl="2" algn="ctr">
              <a:lnSpc>
                <a:spcPct val="120000"/>
              </a:lnSpc>
              <a:spcBef>
                <a:spcPts val="500"/>
              </a:spcBef>
              <a:spcAft>
                <a:spcPts val="0"/>
              </a:spcAft>
              <a:buClr>
                <a:schemeClr val="lt1"/>
              </a:buClr>
              <a:buSzPts val="2250"/>
              <a:buNone/>
              <a:defRPr sz="1800"/>
            </a:lvl3pPr>
            <a:lvl4pPr lvl="3" algn="ctr">
              <a:lnSpc>
                <a:spcPct val="120000"/>
              </a:lnSpc>
              <a:spcBef>
                <a:spcPts val="500"/>
              </a:spcBef>
              <a:spcAft>
                <a:spcPts val="0"/>
              </a:spcAft>
              <a:buClr>
                <a:schemeClr val="lt1"/>
              </a:buClr>
              <a:buSzPts val="2000"/>
              <a:buNone/>
              <a:defRPr sz="1600"/>
            </a:lvl4pPr>
            <a:lvl5pPr lvl="4" algn="ctr">
              <a:lnSpc>
                <a:spcPct val="120000"/>
              </a:lnSpc>
              <a:spcBef>
                <a:spcPts val="500"/>
              </a:spcBef>
              <a:spcAft>
                <a:spcPts val="0"/>
              </a:spcAft>
              <a:buClr>
                <a:schemeClr val="lt1"/>
              </a:buClr>
              <a:buSzPts val="2000"/>
              <a:buNone/>
              <a:defRPr sz="1600"/>
            </a:lvl5pPr>
            <a:lvl6pPr lvl="5" algn="ctr">
              <a:lnSpc>
                <a:spcPct val="120000"/>
              </a:lnSpc>
              <a:spcBef>
                <a:spcPts val="500"/>
              </a:spcBef>
              <a:spcAft>
                <a:spcPts val="0"/>
              </a:spcAft>
              <a:buClr>
                <a:schemeClr val="lt1"/>
              </a:buClr>
              <a:buSzPts val="2000"/>
              <a:buNone/>
              <a:defRPr sz="1600"/>
            </a:lvl6pPr>
            <a:lvl7pPr lvl="6" algn="ctr">
              <a:lnSpc>
                <a:spcPct val="120000"/>
              </a:lnSpc>
              <a:spcBef>
                <a:spcPts val="500"/>
              </a:spcBef>
              <a:spcAft>
                <a:spcPts val="0"/>
              </a:spcAft>
              <a:buClr>
                <a:schemeClr val="lt1"/>
              </a:buClr>
              <a:buSzPts val="2000"/>
              <a:buNone/>
              <a:defRPr sz="1600"/>
            </a:lvl7pPr>
            <a:lvl8pPr lvl="7" algn="ctr">
              <a:lnSpc>
                <a:spcPct val="120000"/>
              </a:lnSpc>
              <a:spcBef>
                <a:spcPts val="500"/>
              </a:spcBef>
              <a:spcAft>
                <a:spcPts val="0"/>
              </a:spcAft>
              <a:buClr>
                <a:schemeClr val="lt1"/>
              </a:buClr>
              <a:buSzPts val="2000"/>
              <a:buNone/>
              <a:defRPr sz="1600"/>
            </a:lvl8pPr>
            <a:lvl9pPr lvl="8" algn="ctr">
              <a:lnSpc>
                <a:spcPct val="120000"/>
              </a:lnSpc>
              <a:spcBef>
                <a:spcPts val="500"/>
              </a:spcBef>
              <a:spcAft>
                <a:spcPts val="0"/>
              </a:spcAft>
              <a:buClr>
                <a:schemeClr val="lt1"/>
              </a:buClr>
              <a:buSzPts val="2000"/>
              <a:buNone/>
              <a:defRPr sz="1600"/>
            </a:lvl9pPr>
          </a:lstStyle>
          <a:p/>
        </p:txBody>
      </p:sp>
      <p:sp>
        <p:nvSpPr>
          <p:cNvPr id="115" name="Google Shape;115;p21"/>
          <p:cNvSpPr txBox="1"/>
          <p:nvPr>
            <p:ph idx="10" type="dt"/>
          </p:nvPr>
        </p:nvSpPr>
        <p:spPr>
          <a:xfrm>
            <a:off x="7077511" y="5410201"/>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21"/>
          <p:cNvSpPr txBox="1"/>
          <p:nvPr>
            <p:ph idx="11" type="ftr"/>
          </p:nvPr>
        </p:nvSpPr>
        <p:spPr>
          <a:xfrm>
            <a:off x="1876424" y="5410201"/>
            <a:ext cx="512488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1"/>
          <p:cNvSpPr txBox="1"/>
          <p:nvPr>
            <p:ph idx="12" type="sldNum"/>
          </p:nvPr>
        </p:nvSpPr>
        <p:spPr>
          <a:xfrm>
            <a:off x="9896911" y="5410199"/>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118" name="Shape 118"/>
        <p:cNvGrpSpPr/>
        <p:nvPr/>
      </p:nvGrpSpPr>
      <p:grpSpPr>
        <a:xfrm>
          <a:off x="0" y="0"/>
          <a:ext cx="0" cy="0"/>
          <a:chOff x="0" y="0"/>
          <a:chExt cx="0" cy="0"/>
        </a:xfrm>
      </p:grpSpPr>
      <p:sp>
        <p:nvSpPr>
          <p:cNvPr id="119" name="Google Shape;119;p22"/>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22"/>
          <p:cNvSpPr txBox="1"/>
          <p:nvPr>
            <p:ph idx="1" type="body"/>
          </p:nvPr>
        </p:nvSpPr>
        <p:spPr>
          <a:xfrm>
            <a:off x="1141410" y="2249486"/>
            <a:ext cx="4878389" cy="3541714"/>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21" name="Google Shape;121;p22"/>
          <p:cNvSpPr txBox="1"/>
          <p:nvPr>
            <p:ph idx="2" type="body"/>
          </p:nvPr>
        </p:nvSpPr>
        <p:spPr>
          <a:xfrm>
            <a:off x="6172200" y="2249486"/>
            <a:ext cx="4875211" cy="3541714"/>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22" name="Google Shape;122;p22"/>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22"/>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22"/>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125" name="Shape 125"/>
        <p:cNvGrpSpPr/>
        <p:nvPr/>
      </p:nvGrpSpPr>
      <p:grpSpPr>
        <a:xfrm>
          <a:off x="0" y="0"/>
          <a:ext cx="0" cy="0"/>
          <a:chOff x="0" y="0"/>
          <a:chExt cx="0" cy="0"/>
        </a:xfrm>
      </p:grpSpPr>
      <p:sp>
        <p:nvSpPr>
          <p:cNvPr id="126" name="Google Shape;126;p23"/>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3"/>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23"/>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23"/>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130" name="Shape 130"/>
        <p:cNvGrpSpPr/>
        <p:nvPr/>
      </p:nvGrpSpPr>
      <p:grpSpPr>
        <a:xfrm>
          <a:off x="0" y="0"/>
          <a:ext cx="0" cy="0"/>
          <a:chOff x="0" y="0"/>
          <a:chExt cx="0" cy="0"/>
        </a:xfrm>
      </p:grpSpPr>
      <p:sp>
        <p:nvSpPr>
          <p:cNvPr id="131" name="Google Shape;131;p24"/>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4"/>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24"/>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134" name="Shape 134"/>
        <p:cNvGrpSpPr/>
        <p:nvPr/>
      </p:nvGrpSpPr>
      <p:grpSpPr>
        <a:xfrm>
          <a:off x="0" y="0"/>
          <a:ext cx="0" cy="0"/>
          <a:chOff x="0" y="0"/>
          <a:chExt cx="0" cy="0"/>
        </a:xfrm>
      </p:grpSpPr>
      <p:sp>
        <p:nvSpPr>
          <p:cNvPr id="135" name="Google Shape;135;p25"/>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25"/>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37" name="Google Shape;137;p25"/>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5"/>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5"/>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140" name="Shape 140"/>
        <p:cNvGrpSpPr/>
        <p:nvPr/>
      </p:nvGrpSpPr>
      <p:grpSpPr>
        <a:xfrm>
          <a:off x="0" y="0"/>
          <a:ext cx="0" cy="0"/>
          <a:chOff x="0" y="0"/>
          <a:chExt cx="0" cy="0"/>
        </a:xfrm>
      </p:grpSpPr>
      <p:sp>
        <p:nvSpPr>
          <p:cNvPr id="141" name="Google Shape;141;p26"/>
          <p:cNvSpPr txBox="1"/>
          <p:nvPr>
            <p:ph type="title"/>
          </p:nvPr>
        </p:nvSpPr>
        <p:spPr>
          <a:xfrm>
            <a:off x="1141411" y="1419226"/>
            <a:ext cx="99060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Twentieth Century"/>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6"/>
          <p:cNvSpPr txBox="1"/>
          <p:nvPr>
            <p:ph idx="1" type="body"/>
          </p:nvPr>
        </p:nvSpPr>
        <p:spPr>
          <a:xfrm>
            <a:off x="1141411" y="4424362"/>
            <a:ext cx="9906000" cy="137477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250"/>
              <a:buNone/>
              <a:defRPr sz="1800" cap="none">
                <a:solidFill>
                  <a:schemeClr val="lt1"/>
                </a:solidFill>
              </a:defRPr>
            </a:lvl1pPr>
            <a:lvl2pPr indent="-228600" lvl="1" marL="914400" algn="l">
              <a:lnSpc>
                <a:spcPct val="120000"/>
              </a:lnSpc>
              <a:spcBef>
                <a:spcPts val="500"/>
              </a:spcBef>
              <a:spcAft>
                <a:spcPts val="0"/>
              </a:spcAft>
              <a:buClr>
                <a:schemeClr val="lt1"/>
              </a:buClr>
              <a:buSzPts val="2250"/>
              <a:buNone/>
              <a:defRPr sz="1800">
                <a:solidFill>
                  <a:schemeClr val="lt1"/>
                </a:solidFill>
              </a:defRPr>
            </a:lvl2pPr>
            <a:lvl3pPr indent="-228600" lvl="2" marL="1371600" algn="l">
              <a:lnSpc>
                <a:spcPct val="120000"/>
              </a:lnSpc>
              <a:spcBef>
                <a:spcPts val="500"/>
              </a:spcBef>
              <a:spcAft>
                <a:spcPts val="0"/>
              </a:spcAft>
              <a:buClr>
                <a:schemeClr val="lt1"/>
              </a:buClr>
              <a:buSzPts val="2250"/>
              <a:buNone/>
              <a:defRPr sz="1800">
                <a:solidFill>
                  <a:schemeClr val="lt1"/>
                </a:solidFill>
              </a:defRPr>
            </a:lvl3pPr>
            <a:lvl4pPr indent="-228600" lvl="3" marL="1828800" algn="l">
              <a:lnSpc>
                <a:spcPct val="120000"/>
              </a:lnSpc>
              <a:spcBef>
                <a:spcPts val="500"/>
              </a:spcBef>
              <a:spcAft>
                <a:spcPts val="0"/>
              </a:spcAft>
              <a:buClr>
                <a:schemeClr val="lt1"/>
              </a:buClr>
              <a:buSzPts val="2000"/>
              <a:buNone/>
              <a:defRPr sz="1600">
                <a:solidFill>
                  <a:schemeClr val="lt1"/>
                </a:solidFill>
              </a:defRPr>
            </a:lvl4pPr>
            <a:lvl5pPr indent="-228600" lvl="4" marL="2286000" algn="l">
              <a:lnSpc>
                <a:spcPct val="120000"/>
              </a:lnSpc>
              <a:spcBef>
                <a:spcPts val="500"/>
              </a:spcBef>
              <a:spcAft>
                <a:spcPts val="0"/>
              </a:spcAft>
              <a:buClr>
                <a:schemeClr val="lt1"/>
              </a:buClr>
              <a:buSzPts val="2000"/>
              <a:buNone/>
              <a:defRPr sz="1600">
                <a:solidFill>
                  <a:schemeClr val="lt1"/>
                </a:solidFill>
              </a:defRPr>
            </a:lvl5pPr>
            <a:lvl6pPr indent="-228600" lvl="5" marL="2743200" algn="l">
              <a:lnSpc>
                <a:spcPct val="120000"/>
              </a:lnSpc>
              <a:spcBef>
                <a:spcPts val="500"/>
              </a:spcBef>
              <a:spcAft>
                <a:spcPts val="0"/>
              </a:spcAft>
              <a:buClr>
                <a:schemeClr val="lt1"/>
              </a:buClr>
              <a:buSzPts val="2000"/>
              <a:buNone/>
              <a:defRPr sz="1600">
                <a:solidFill>
                  <a:schemeClr val="lt1"/>
                </a:solidFill>
              </a:defRPr>
            </a:lvl6pPr>
            <a:lvl7pPr indent="-228600" lvl="6" marL="3200400" algn="l">
              <a:lnSpc>
                <a:spcPct val="120000"/>
              </a:lnSpc>
              <a:spcBef>
                <a:spcPts val="500"/>
              </a:spcBef>
              <a:spcAft>
                <a:spcPts val="0"/>
              </a:spcAft>
              <a:buClr>
                <a:schemeClr val="lt1"/>
              </a:buClr>
              <a:buSzPts val="2000"/>
              <a:buNone/>
              <a:defRPr sz="1600">
                <a:solidFill>
                  <a:schemeClr val="lt1"/>
                </a:solidFill>
              </a:defRPr>
            </a:lvl7pPr>
            <a:lvl8pPr indent="-228600" lvl="7" marL="3657600" algn="l">
              <a:lnSpc>
                <a:spcPct val="120000"/>
              </a:lnSpc>
              <a:spcBef>
                <a:spcPts val="500"/>
              </a:spcBef>
              <a:spcAft>
                <a:spcPts val="0"/>
              </a:spcAft>
              <a:buClr>
                <a:schemeClr val="lt1"/>
              </a:buClr>
              <a:buSzPts val="2000"/>
              <a:buNone/>
              <a:defRPr sz="1600">
                <a:solidFill>
                  <a:schemeClr val="lt1"/>
                </a:solidFill>
              </a:defRPr>
            </a:lvl8pPr>
            <a:lvl9pPr indent="-228600" lvl="8" marL="4114800" algn="l">
              <a:lnSpc>
                <a:spcPct val="120000"/>
              </a:lnSpc>
              <a:spcBef>
                <a:spcPts val="500"/>
              </a:spcBef>
              <a:spcAft>
                <a:spcPts val="0"/>
              </a:spcAft>
              <a:buClr>
                <a:schemeClr val="lt1"/>
              </a:buClr>
              <a:buSzPts val="2000"/>
              <a:buNone/>
              <a:defRPr sz="1600">
                <a:solidFill>
                  <a:schemeClr val="lt1"/>
                </a:solidFill>
              </a:defRPr>
            </a:lvl9pPr>
          </a:lstStyle>
          <a:p/>
        </p:txBody>
      </p:sp>
      <p:sp>
        <p:nvSpPr>
          <p:cNvPr id="143" name="Google Shape;143;p26"/>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26"/>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26"/>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146" name="Shape 146"/>
        <p:cNvGrpSpPr/>
        <p:nvPr/>
      </p:nvGrpSpPr>
      <p:grpSpPr>
        <a:xfrm>
          <a:off x="0" y="0"/>
          <a:ext cx="0" cy="0"/>
          <a:chOff x="0" y="0"/>
          <a:chExt cx="0" cy="0"/>
        </a:xfrm>
      </p:grpSpPr>
      <p:sp>
        <p:nvSpPr>
          <p:cNvPr id="147" name="Google Shape;147;p27"/>
          <p:cNvSpPr txBox="1"/>
          <p:nvPr>
            <p:ph type="title"/>
          </p:nvPr>
        </p:nvSpPr>
        <p:spPr>
          <a:xfrm>
            <a:off x="1141411" y="619126"/>
            <a:ext cx="9906000" cy="14779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7"/>
          <p:cNvSpPr txBox="1"/>
          <p:nvPr>
            <p:ph idx="1" type="body"/>
          </p:nvPr>
        </p:nvSpPr>
        <p:spPr>
          <a:xfrm>
            <a:off x="1370019" y="2249486"/>
            <a:ext cx="464978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0" sz="24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149" name="Google Shape;149;p27"/>
          <p:cNvSpPr txBox="1"/>
          <p:nvPr>
            <p:ph idx="2" type="body"/>
          </p:nvPr>
        </p:nvSpPr>
        <p:spPr>
          <a:xfrm>
            <a:off x="1141410" y="3073397"/>
            <a:ext cx="4878391" cy="2717801"/>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50" name="Google Shape;150;p27"/>
          <p:cNvSpPr txBox="1"/>
          <p:nvPr>
            <p:ph idx="3" type="body"/>
          </p:nvPr>
        </p:nvSpPr>
        <p:spPr>
          <a:xfrm>
            <a:off x="6400808" y="2249485"/>
            <a:ext cx="4646602"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0" sz="24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151" name="Google Shape;151;p27"/>
          <p:cNvSpPr txBox="1"/>
          <p:nvPr>
            <p:ph idx="4" type="body"/>
          </p:nvPr>
        </p:nvSpPr>
        <p:spPr>
          <a:xfrm>
            <a:off x="6172200" y="3073397"/>
            <a:ext cx="4875210" cy="2717801"/>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52" name="Google Shape;152;p27"/>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27"/>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7"/>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155" name="Shape 155"/>
        <p:cNvGrpSpPr/>
        <p:nvPr/>
      </p:nvGrpSpPr>
      <p:grpSpPr>
        <a:xfrm>
          <a:off x="0" y="0"/>
          <a:ext cx="0" cy="0"/>
          <a:chOff x="0" y="0"/>
          <a:chExt cx="0" cy="0"/>
        </a:xfrm>
      </p:grpSpPr>
      <p:sp>
        <p:nvSpPr>
          <p:cNvPr id="156" name="Google Shape;156;p28"/>
          <p:cNvSpPr txBox="1"/>
          <p:nvPr>
            <p:ph type="title"/>
          </p:nvPr>
        </p:nvSpPr>
        <p:spPr>
          <a:xfrm>
            <a:off x="1146705" y="609601"/>
            <a:ext cx="3856037" cy="16398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28"/>
          <p:cNvSpPr txBox="1"/>
          <p:nvPr>
            <p:ph idx="1" type="body"/>
          </p:nvPr>
        </p:nvSpPr>
        <p:spPr>
          <a:xfrm>
            <a:off x="5156200" y="592666"/>
            <a:ext cx="5891209" cy="5198534"/>
          </a:xfrm>
          <a:prstGeom prst="rect">
            <a:avLst/>
          </a:prstGeom>
          <a:noFill/>
          <a:ln>
            <a:noFill/>
          </a:ln>
        </p:spPr>
        <p:txBody>
          <a:bodyPr anchorCtr="0" anchor="ctr"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58" name="Google Shape;158;p28"/>
          <p:cNvSpPr txBox="1"/>
          <p:nvPr>
            <p:ph idx="2" type="body"/>
          </p:nvPr>
        </p:nvSpPr>
        <p:spPr>
          <a:xfrm>
            <a:off x="1146705" y="2249486"/>
            <a:ext cx="3856037" cy="354171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000"/>
              <a:buNone/>
              <a:defRPr sz="16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59" name="Google Shape;159;p28"/>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28"/>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28"/>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162" name="Shape 162"/>
        <p:cNvGrpSpPr/>
        <p:nvPr/>
      </p:nvGrpSpPr>
      <p:grpSpPr>
        <a:xfrm>
          <a:off x="0" y="0"/>
          <a:ext cx="0" cy="0"/>
          <a:chOff x="0" y="0"/>
          <a:chExt cx="0" cy="0"/>
        </a:xfrm>
      </p:grpSpPr>
      <p:sp>
        <p:nvSpPr>
          <p:cNvPr id="163" name="Google Shape;163;p29"/>
          <p:cNvSpPr txBox="1"/>
          <p:nvPr>
            <p:ph type="title"/>
          </p:nvPr>
        </p:nvSpPr>
        <p:spPr>
          <a:xfrm>
            <a:off x="1141413" y="609600"/>
            <a:ext cx="5934508" cy="163988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29"/>
          <p:cNvSpPr/>
          <p:nvPr>
            <p:ph idx="2" type="pic"/>
          </p:nvPr>
        </p:nvSpPr>
        <p:spPr>
          <a:xfrm>
            <a:off x="7380721" y="609601"/>
            <a:ext cx="3666690" cy="5181599"/>
          </a:xfrm>
          <a:prstGeom prst="round2DiagRect">
            <a:avLst>
              <a:gd fmla="val 5608" name="adj1"/>
              <a:gd fmla="val 0" name="adj2"/>
            </a:avLst>
          </a:prstGeom>
          <a:noFill/>
          <a:ln cap="sq" cmpd="sng" w="19050">
            <a:solidFill>
              <a:srgbClr val="B3FFFF">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165" name="Google Shape;165;p29"/>
          <p:cNvSpPr txBox="1"/>
          <p:nvPr>
            <p:ph idx="1" type="body"/>
          </p:nvPr>
        </p:nvSpPr>
        <p:spPr>
          <a:xfrm>
            <a:off x="1141410" y="2249486"/>
            <a:ext cx="5934511" cy="354171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000"/>
              <a:buNone/>
              <a:defRPr sz="16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66" name="Google Shape;166;p29"/>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29"/>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29"/>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panoramique avec légende">
  <p:cSld name="Image panoramique avec légende">
    <p:spTree>
      <p:nvGrpSpPr>
        <p:cNvPr id="169" name="Shape 169"/>
        <p:cNvGrpSpPr/>
        <p:nvPr/>
      </p:nvGrpSpPr>
      <p:grpSpPr>
        <a:xfrm>
          <a:off x="0" y="0"/>
          <a:ext cx="0" cy="0"/>
          <a:chOff x="0" y="0"/>
          <a:chExt cx="0" cy="0"/>
        </a:xfrm>
      </p:grpSpPr>
      <p:sp>
        <p:nvSpPr>
          <p:cNvPr id="170" name="Google Shape;170;p30"/>
          <p:cNvSpPr txBox="1"/>
          <p:nvPr>
            <p:ph type="title"/>
          </p:nvPr>
        </p:nvSpPr>
        <p:spPr>
          <a:xfrm>
            <a:off x="1141410" y="4304664"/>
            <a:ext cx="9912355"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30"/>
          <p:cNvSpPr/>
          <p:nvPr>
            <p:ph idx="2" type="pic"/>
          </p:nvPr>
        </p:nvSpPr>
        <p:spPr>
          <a:xfrm>
            <a:off x="1141411" y="606426"/>
            <a:ext cx="9912354" cy="3299778"/>
          </a:xfrm>
          <a:prstGeom prst="round2DiagRect">
            <a:avLst>
              <a:gd fmla="val 4860" name="adj1"/>
              <a:gd fmla="val 0" name="adj2"/>
            </a:avLst>
          </a:prstGeom>
          <a:noFill/>
          <a:ln cap="sq" cmpd="sng" w="19050">
            <a:solidFill>
              <a:srgbClr val="B3FFFF">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172" name="Google Shape;172;p30"/>
          <p:cNvSpPr txBox="1"/>
          <p:nvPr>
            <p:ph idx="1" type="body"/>
          </p:nvPr>
        </p:nvSpPr>
        <p:spPr>
          <a:xfrm>
            <a:off x="1141364" y="5124020"/>
            <a:ext cx="9910859" cy="68247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000"/>
              <a:buNone/>
              <a:defRPr sz="16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73" name="Google Shape;173;p30"/>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30"/>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30"/>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légende">
  <p:cSld name="Titre et légende">
    <p:spTree>
      <p:nvGrpSpPr>
        <p:cNvPr id="176" name="Shape 176"/>
        <p:cNvGrpSpPr/>
        <p:nvPr/>
      </p:nvGrpSpPr>
      <p:grpSpPr>
        <a:xfrm>
          <a:off x="0" y="0"/>
          <a:ext cx="0" cy="0"/>
          <a:chOff x="0" y="0"/>
          <a:chExt cx="0" cy="0"/>
        </a:xfrm>
      </p:grpSpPr>
      <p:sp>
        <p:nvSpPr>
          <p:cNvPr id="177" name="Google Shape;177;p31"/>
          <p:cNvSpPr txBox="1"/>
          <p:nvPr>
            <p:ph type="title"/>
          </p:nvPr>
        </p:nvSpPr>
        <p:spPr>
          <a:xfrm>
            <a:off x="1141456" y="609600"/>
            <a:ext cx="9905955" cy="3429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Twentieth Century"/>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31"/>
          <p:cNvSpPr txBox="1"/>
          <p:nvPr>
            <p:ph idx="1" type="body"/>
          </p:nvPr>
        </p:nvSpPr>
        <p:spPr>
          <a:xfrm>
            <a:off x="1141410" y="4419599"/>
            <a:ext cx="9904459" cy="1371599"/>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250"/>
              <a:buNone/>
              <a:defRPr sz="18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79" name="Google Shape;179;p31"/>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p31"/>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31"/>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avec légende">
  <p:cSld name="Citation avec légende">
    <p:spTree>
      <p:nvGrpSpPr>
        <p:cNvPr id="182" name="Shape 182"/>
        <p:cNvGrpSpPr/>
        <p:nvPr/>
      </p:nvGrpSpPr>
      <p:grpSpPr>
        <a:xfrm>
          <a:off x="0" y="0"/>
          <a:ext cx="0" cy="0"/>
          <a:chOff x="0" y="0"/>
          <a:chExt cx="0" cy="0"/>
        </a:xfrm>
      </p:grpSpPr>
      <p:sp>
        <p:nvSpPr>
          <p:cNvPr id="183" name="Google Shape;183;p32"/>
          <p:cNvSpPr txBox="1"/>
          <p:nvPr>
            <p:ph type="title"/>
          </p:nvPr>
        </p:nvSpPr>
        <p:spPr>
          <a:xfrm>
            <a:off x="1446212" y="609599"/>
            <a:ext cx="9302752" cy="274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Twentieth Century"/>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32"/>
          <p:cNvSpPr txBox="1"/>
          <p:nvPr>
            <p:ph idx="1" type="body"/>
          </p:nvPr>
        </p:nvSpPr>
        <p:spPr>
          <a:xfrm>
            <a:off x="1720644" y="3365557"/>
            <a:ext cx="8752299" cy="54896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85" name="Google Shape;185;p32"/>
          <p:cNvSpPr txBox="1"/>
          <p:nvPr>
            <p:ph idx="2" type="body"/>
          </p:nvPr>
        </p:nvSpPr>
        <p:spPr>
          <a:xfrm>
            <a:off x="1141411" y="4309919"/>
            <a:ext cx="9906002" cy="1489496"/>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250"/>
              <a:buNone/>
              <a:defRPr sz="18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86" name="Google Shape;186;p32"/>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32"/>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32"/>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
        <p:nvSpPr>
          <p:cNvPr id="189" name="Google Shape;189;p32"/>
          <p:cNvSpPr txBox="1"/>
          <p:nvPr/>
        </p:nvSpPr>
        <p:spPr>
          <a:xfrm>
            <a:off x="903512" y="732394"/>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Twentieth Century"/>
              <a:buNone/>
            </a:pPr>
            <a:r>
              <a:rPr b="0" i="0" lang="fr-FR" sz="8000" u="none" cap="none" strike="noStrike">
                <a:solidFill>
                  <a:schemeClr val="lt1"/>
                </a:solidFill>
                <a:latin typeface="Twentieth Century"/>
                <a:ea typeface="Twentieth Century"/>
                <a:cs typeface="Twentieth Century"/>
                <a:sym typeface="Twentieth Century"/>
              </a:rPr>
              <a:t>“</a:t>
            </a:r>
            <a:endParaRPr b="0" i="0" sz="1400" u="none" cap="none" strike="noStrike">
              <a:solidFill>
                <a:srgbClr val="000000"/>
              </a:solidFill>
              <a:latin typeface="Arial"/>
              <a:ea typeface="Arial"/>
              <a:cs typeface="Arial"/>
              <a:sym typeface="Arial"/>
            </a:endParaRPr>
          </a:p>
        </p:txBody>
      </p:sp>
      <p:sp>
        <p:nvSpPr>
          <p:cNvPr id="190" name="Google Shape;190;p32"/>
          <p:cNvSpPr txBox="1"/>
          <p:nvPr/>
        </p:nvSpPr>
        <p:spPr>
          <a:xfrm>
            <a:off x="10537370" y="2764972"/>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Twentieth Century"/>
              <a:buNone/>
            </a:pPr>
            <a:r>
              <a:rPr b="0" i="0" lang="fr-FR" sz="8000" u="none" cap="none" strike="noStrike">
                <a:solidFill>
                  <a:schemeClr val="lt1"/>
                </a:solidFill>
                <a:latin typeface="Twentieth Century"/>
                <a:ea typeface="Twentieth Century"/>
                <a:cs typeface="Twentieth Century"/>
                <a:sym typeface="Twentieth Century"/>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te nom">
  <p:cSld name="Carte nom">
    <p:spTree>
      <p:nvGrpSpPr>
        <p:cNvPr id="191" name="Shape 191"/>
        <p:cNvGrpSpPr/>
        <p:nvPr/>
      </p:nvGrpSpPr>
      <p:grpSpPr>
        <a:xfrm>
          <a:off x="0" y="0"/>
          <a:ext cx="0" cy="0"/>
          <a:chOff x="0" y="0"/>
          <a:chExt cx="0" cy="0"/>
        </a:xfrm>
      </p:grpSpPr>
      <p:sp>
        <p:nvSpPr>
          <p:cNvPr id="192" name="Google Shape;192;p33"/>
          <p:cNvSpPr txBox="1"/>
          <p:nvPr>
            <p:ph type="title"/>
          </p:nvPr>
        </p:nvSpPr>
        <p:spPr>
          <a:xfrm>
            <a:off x="1141410" y="2134041"/>
            <a:ext cx="9906001"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Twentieth Century"/>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33"/>
          <p:cNvSpPr txBox="1"/>
          <p:nvPr>
            <p:ph idx="1" type="body"/>
          </p:nvPr>
        </p:nvSpPr>
        <p:spPr>
          <a:xfrm>
            <a:off x="1141364" y="4657655"/>
            <a:ext cx="9904505" cy="114064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250"/>
              <a:buNone/>
              <a:defRPr sz="18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94" name="Google Shape;194;p33"/>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33"/>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33"/>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onnes">
  <p:cSld name="3 colonnes">
    <p:spTree>
      <p:nvGrpSpPr>
        <p:cNvPr id="197" name="Shape 197"/>
        <p:cNvGrpSpPr/>
        <p:nvPr/>
      </p:nvGrpSpPr>
      <p:grpSpPr>
        <a:xfrm>
          <a:off x="0" y="0"/>
          <a:ext cx="0" cy="0"/>
          <a:chOff x="0" y="0"/>
          <a:chExt cx="0" cy="0"/>
        </a:xfrm>
      </p:grpSpPr>
      <p:sp>
        <p:nvSpPr>
          <p:cNvPr id="198" name="Google Shape;198;p34"/>
          <p:cNvSpPr txBox="1"/>
          <p:nvPr>
            <p:ph type="title"/>
          </p:nvPr>
        </p:nvSpPr>
        <p:spPr>
          <a:xfrm>
            <a:off x="1141413" y="609600"/>
            <a:ext cx="9905998" cy="1905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9" name="Google Shape;199;p34"/>
          <p:cNvSpPr txBox="1"/>
          <p:nvPr>
            <p:ph idx="1" type="body"/>
          </p:nvPr>
        </p:nvSpPr>
        <p:spPr>
          <a:xfrm>
            <a:off x="1141410" y="2674463"/>
            <a:ext cx="3196899" cy="685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3000"/>
              <a:buNone/>
              <a:defRPr b="0" sz="24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200" name="Google Shape;200;p34"/>
          <p:cNvSpPr txBox="1"/>
          <p:nvPr>
            <p:ph idx="2" type="body"/>
          </p:nvPr>
        </p:nvSpPr>
        <p:spPr>
          <a:xfrm>
            <a:off x="1127918" y="3360263"/>
            <a:ext cx="3208735" cy="24309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500"/>
              <a:buNone/>
              <a:defRPr sz="1200"/>
            </a:lvl2pPr>
            <a:lvl3pPr indent="-228600" lvl="2" marL="1371600" algn="l">
              <a:lnSpc>
                <a:spcPct val="120000"/>
              </a:lnSpc>
              <a:spcBef>
                <a:spcPts val="500"/>
              </a:spcBef>
              <a:spcAft>
                <a:spcPts val="0"/>
              </a:spcAft>
              <a:buClr>
                <a:schemeClr val="lt1"/>
              </a:buClr>
              <a:buSzPts val="1250"/>
              <a:buNone/>
              <a:defRPr sz="1000"/>
            </a:lvl3pPr>
            <a:lvl4pPr indent="-228600" lvl="3" marL="1828800" algn="l">
              <a:lnSpc>
                <a:spcPct val="120000"/>
              </a:lnSpc>
              <a:spcBef>
                <a:spcPts val="500"/>
              </a:spcBef>
              <a:spcAft>
                <a:spcPts val="0"/>
              </a:spcAft>
              <a:buClr>
                <a:schemeClr val="lt1"/>
              </a:buClr>
              <a:buSzPts val="1125"/>
              <a:buNone/>
              <a:defRPr sz="900"/>
            </a:lvl4pPr>
            <a:lvl5pPr indent="-228600" lvl="4" marL="2286000" algn="l">
              <a:lnSpc>
                <a:spcPct val="120000"/>
              </a:lnSpc>
              <a:spcBef>
                <a:spcPts val="500"/>
              </a:spcBef>
              <a:spcAft>
                <a:spcPts val="0"/>
              </a:spcAft>
              <a:buClr>
                <a:schemeClr val="lt1"/>
              </a:buClr>
              <a:buSzPts val="1125"/>
              <a:buNone/>
              <a:defRPr sz="900"/>
            </a:lvl5pPr>
            <a:lvl6pPr indent="-228600" lvl="5" marL="2743200" algn="l">
              <a:lnSpc>
                <a:spcPct val="120000"/>
              </a:lnSpc>
              <a:spcBef>
                <a:spcPts val="500"/>
              </a:spcBef>
              <a:spcAft>
                <a:spcPts val="0"/>
              </a:spcAft>
              <a:buClr>
                <a:schemeClr val="lt1"/>
              </a:buClr>
              <a:buSzPts val="1125"/>
              <a:buNone/>
              <a:defRPr sz="900"/>
            </a:lvl6pPr>
            <a:lvl7pPr indent="-228600" lvl="6" marL="3200400" algn="l">
              <a:lnSpc>
                <a:spcPct val="120000"/>
              </a:lnSpc>
              <a:spcBef>
                <a:spcPts val="500"/>
              </a:spcBef>
              <a:spcAft>
                <a:spcPts val="0"/>
              </a:spcAft>
              <a:buClr>
                <a:schemeClr val="lt1"/>
              </a:buClr>
              <a:buSzPts val="1125"/>
              <a:buNone/>
              <a:defRPr sz="900"/>
            </a:lvl7pPr>
            <a:lvl8pPr indent="-228600" lvl="7" marL="3657600" algn="l">
              <a:lnSpc>
                <a:spcPct val="120000"/>
              </a:lnSpc>
              <a:spcBef>
                <a:spcPts val="500"/>
              </a:spcBef>
              <a:spcAft>
                <a:spcPts val="0"/>
              </a:spcAft>
              <a:buClr>
                <a:schemeClr val="lt1"/>
              </a:buClr>
              <a:buSzPts val="1125"/>
              <a:buNone/>
              <a:defRPr sz="900"/>
            </a:lvl8pPr>
            <a:lvl9pPr indent="-228600" lvl="8" marL="4114800" algn="l">
              <a:lnSpc>
                <a:spcPct val="120000"/>
              </a:lnSpc>
              <a:spcBef>
                <a:spcPts val="500"/>
              </a:spcBef>
              <a:spcAft>
                <a:spcPts val="0"/>
              </a:spcAft>
              <a:buClr>
                <a:schemeClr val="lt1"/>
              </a:buClr>
              <a:buSzPts val="1125"/>
              <a:buNone/>
              <a:defRPr sz="900"/>
            </a:lvl9pPr>
          </a:lstStyle>
          <a:p/>
        </p:txBody>
      </p:sp>
      <p:sp>
        <p:nvSpPr>
          <p:cNvPr id="201" name="Google Shape;201;p34"/>
          <p:cNvSpPr txBox="1"/>
          <p:nvPr>
            <p:ph idx="3" type="body"/>
          </p:nvPr>
        </p:nvSpPr>
        <p:spPr>
          <a:xfrm>
            <a:off x="4514766" y="2677635"/>
            <a:ext cx="3184385" cy="685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3000"/>
              <a:buNone/>
              <a:defRPr b="0" sz="24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202" name="Google Shape;202;p34"/>
          <p:cNvSpPr txBox="1"/>
          <p:nvPr>
            <p:ph idx="4" type="body"/>
          </p:nvPr>
        </p:nvSpPr>
        <p:spPr>
          <a:xfrm>
            <a:off x="4504213" y="3363435"/>
            <a:ext cx="3195830" cy="24309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500"/>
              <a:buNone/>
              <a:defRPr sz="1200"/>
            </a:lvl2pPr>
            <a:lvl3pPr indent="-228600" lvl="2" marL="1371600" algn="l">
              <a:lnSpc>
                <a:spcPct val="120000"/>
              </a:lnSpc>
              <a:spcBef>
                <a:spcPts val="500"/>
              </a:spcBef>
              <a:spcAft>
                <a:spcPts val="0"/>
              </a:spcAft>
              <a:buClr>
                <a:schemeClr val="lt1"/>
              </a:buClr>
              <a:buSzPts val="1250"/>
              <a:buNone/>
              <a:defRPr sz="1000"/>
            </a:lvl3pPr>
            <a:lvl4pPr indent="-228600" lvl="3" marL="1828800" algn="l">
              <a:lnSpc>
                <a:spcPct val="120000"/>
              </a:lnSpc>
              <a:spcBef>
                <a:spcPts val="500"/>
              </a:spcBef>
              <a:spcAft>
                <a:spcPts val="0"/>
              </a:spcAft>
              <a:buClr>
                <a:schemeClr val="lt1"/>
              </a:buClr>
              <a:buSzPts val="1125"/>
              <a:buNone/>
              <a:defRPr sz="900"/>
            </a:lvl4pPr>
            <a:lvl5pPr indent="-228600" lvl="4" marL="2286000" algn="l">
              <a:lnSpc>
                <a:spcPct val="120000"/>
              </a:lnSpc>
              <a:spcBef>
                <a:spcPts val="500"/>
              </a:spcBef>
              <a:spcAft>
                <a:spcPts val="0"/>
              </a:spcAft>
              <a:buClr>
                <a:schemeClr val="lt1"/>
              </a:buClr>
              <a:buSzPts val="1125"/>
              <a:buNone/>
              <a:defRPr sz="900"/>
            </a:lvl5pPr>
            <a:lvl6pPr indent="-228600" lvl="5" marL="2743200" algn="l">
              <a:lnSpc>
                <a:spcPct val="120000"/>
              </a:lnSpc>
              <a:spcBef>
                <a:spcPts val="500"/>
              </a:spcBef>
              <a:spcAft>
                <a:spcPts val="0"/>
              </a:spcAft>
              <a:buClr>
                <a:schemeClr val="lt1"/>
              </a:buClr>
              <a:buSzPts val="1125"/>
              <a:buNone/>
              <a:defRPr sz="900"/>
            </a:lvl6pPr>
            <a:lvl7pPr indent="-228600" lvl="6" marL="3200400" algn="l">
              <a:lnSpc>
                <a:spcPct val="120000"/>
              </a:lnSpc>
              <a:spcBef>
                <a:spcPts val="500"/>
              </a:spcBef>
              <a:spcAft>
                <a:spcPts val="0"/>
              </a:spcAft>
              <a:buClr>
                <a:schemeClr val="lt1"/>
              </a:buClr>
              <a:buSzPts val="1125"/>
              <a:buNone/>
              <a:defRPr sz="900"/>
            </a:lvl7pPr>
            <a:lvl8pPr indent="-228600" lvl="7" marL="3657600" algn="l">
              <a:lnSpc>
                <a:spcPct val="120000"/>
              </a:lnSpc>
              <a:spcBef>
                <a:spcPts val="500"/>
              </a:spcBef>
              <a:spcAft>
                <a:spcPts val="0"/>
              </a:spcAft>
              <a:buClr>
                <a:schemeClr val="lt1"/>
              </a:buClr>
              <a:buSzPts val="1125"/>
              <a:buNone/>
              <a:defRPr sz="900"/>
            </a:lvl8pPr>
            <a:lvl9pPr indent="-228600" lvl="8" marL="4114800" algn="l">
              <a:lnSpc>
                <a:spcPct val="120000"/>
              </a:lnSpc>
              <a:spcBef>
                <a:spcPts val="500"/>
              </a:spcBef>
              <a:spcAft>
                <a:spcPts val="0"/>
              </a:spcAft>
              <a:buClr>
                <a:schemeClr val="lt1"/>
              </a:buClr>
              <a:buSzPts val="1125"/>
              <a:buNone/>
              <a:defRPr sz="900"/>
            </a:lvl9pPr>
          </a:lstStyle>
          <a:p/>
        </p:txBody>
      </p:sp>
      <p:sp>
        <p:nvSpPr>
          <p:cNvPr id="203" name="Google Shape;203;p34"/>
          <p:cNvSpPr txBox="1"/>
          <p:nvPr>
            <p:ph idx="5" type="body"/>
          </p:nvPr>
        </p:nvSpPr>
        <p:spPr>
          <a:xfrm>
            <a:off x="7852442" y="2674463"/>
            <a:ext cx="3194968" cy="685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3000"/>
              <a:buNone/>
              <a:defRPr b="0" sz="24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204" name="Google Shape;204;p34"/>
          <p:cNvSpPr txBox="1"/>
          <p:nvPr>
            <p:ph idx="6" type="body"/>
          </p:nvPr>
        </p:nvSpPr>
        <p:spPr>
          <a:xfrm>
            <a:off x="7852442" y="3360263"/>
            <a:ext cx="3194968" cy="24309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500"/>
              <a:buNone/>
              <a:defRPr sz="1200"/>
            </a:lvl2pPr>
            <a:lvl3pPr indent="-228600" lvl="2" marL="1371600" algn="l">
              <a:lnSpc>
                <a:spcPct val="120000"/>
              </a:lnSpc>
              <a:spcBef>
                <a:spcPts val="500"/>
              </a:spcBef>
              <a:spcAft>
                <a:spcPts val="0"/>
              </a:spcAft>
              <a:buClr>
                <a:schemeClr val="lt1"/>
              </a:buClr>
              <a:buSzPts val="1250"/>
              <a:buNone/>
              <a:defRPr sz="1000"/>
            </a:lvl3pPr>
            <a:lvl4pPr indent="-228600" lvl="3" marL="1828800" algn="l">
              <a:lnSpc>
                <a:spcPct val="120000"/>
              </a:lnSpc>
              <a:spcBef>
                <a:spcPts val="500"/>
              </a:spcBef>
              <a:spcAft>
                <a:spcPts val="0"/>
              </a:spcAft>
              <a:buClr>
                <a:schemeClr val="lt1"/>
              </a:buClr>
              <a:buSzPts val="1125"/>
              <a:buNone/>
              <a:defRPr sz="900"/>
            </a:lvl4pPr>
            <a:lvl5pPr indent="-228600" lvl="4" marL="2286000" algn="l">
              <a:lnSpc>
                <a:spcPct val="120000"/>
              </a:lnSpc>
              <a:spcBef>
                <a:spcPts val="500"/>
              </a:spcBef>
              <a:spcAft>
                <a:spcPts val="0"/>
              </a:spcAft>
              <a:buClr>
                <a:schemeClr val="lt1"/>
              </a:buClr>
              <a:buSzPts val="1125"/>
              <a:buNone/>
              <a:defRPr sz="900"/>
            </a:lvl5pPr>
            <a:lvl6pPr indent="-228600" lvl="5" marL="2743200" algn="l">
              <a:lnSpc>
                <a:spcPct val="120000"/>
              </a:lnSpc>
              <a:spcBef>
                <a:spcPts val="500"/>
              </a:spcBef>
              <a:spcAft>
                <a:spcPts val="0"/>
              </a:spcAft>
              <a:buClr>
                <a:schemeClr val="lt1"/>
              </a:buClr>
              <a:buSzPts val="1125"/>
              <a:buNone/>
              <a:defRPr sz="900"/>
            </a:lvl6pPr>
            <a:lvl7pPr indent="-228600" lvl="6" marL="3200400" algn="l">
              <a:lnSpc>
                <a:spcPct val="120000"/>
              </a:lnSpc>
              <a:spcBef>
                <a:spcPts val="500"/>
              </a:spcBef>
              <a:spcAft>
                <a:spcPts val="0"/>
              </a:spcAft>
              <a:buClr>
                <a:schemeClr val="lt1"/>
              </a:buClr>
              <a:buSzPts val="1125"/>
              <a:buNone/>
              <a:defRPr sz="900"/>
            </a:lvl7pPr>
            <a:lvl8pPr indent="-228600" lvl="7" marL="3657600" algn="l">
              <a:lnSpc>
                <a:spcPct val="120000"/>
              </a:lnSpc>
              <a:spcBef>
                <a:spcPts val="500"/>
              </a:spcBef>
              <a:spcAft>
                <a:spcPts val="0"/>
              </a:spcAft>
              <a:buClr>
                <a:schemeClr val="lt1"/>
              </a:buClr>
              <a:buSzPts val="1125"/>
              <a:buNone/>
              <a:defRPr sz="900"/>
            </a:lvl8pPr>
            <a:lvl9pPr indent="-228600" lvl="8" marL="4114800" algn="l">
              <a:lnSpc>
                <a:spcPct val="120000"/>
              </a:lnSpc>
              <a:spcBef>
                <a:spcPts val="500"/>
              </a:spcBef>
              <a:spcAft>
                <a:spcPts val="0"/>
              </a:spcAft>
              <a:buClr>
                <a:schemeClr val="lt1"/>
              </a:buClr>
              <a:buSzPts val="1125"/>
              <a:buNone/>
              <a:defRPr sz="900"/>
            </a:lvl9pPr>
          </a:lstStyle>
          <a:p/>
        </p:txBody>
      </p:sp>
      <p:sp>
        <p:nvSpPr>
          <p:cNvPr id="205" name="Google Shape;205;p34"/>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34"/>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34"/>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onnes d’image">
  <p:cSld name="3 colonnes d’image">
    <p:spTree>
      <p:nvGrpSpPr>
        <p:cNvPr id="208" name="Shape 208"/>
        <p:cNvGrpSpPr/>
        <p:nvPr/>
      </p:nvGrpSpPr>
      <p:grpSpPr>
        <a:xfrm>
          <a:off x="0" y="0"/>
          <a:ext cx="0" cy="0"/>
          <a:chOff x="0" y="0"/>
          <a:chExt cx="0" cy="0"/>
        </a:xfrm>
      </p:grpSpPr>
      <p:sp>
        <p:nvSpPr>
          <p:cNvPr id="209" name="Google Shape;209;p35"/>
          <p:cNvSpPr txBox="1"/>
          <p:nvPr>
            <p:ph type="title"/>
          </p:nvPr>
        </p:nvSpPr>
        <p:spPr>
          <a:xfrm>
            <a:off x="1141411" y="609600"/>
            <a:ext cx="9905999" cy="1905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35"/>
          <p:cNvSpPr txBox="1"/>
          <p:nvPr>
            <p:ph idx="1" type="body"/>
          </p:nvPr>
        </p:nvSpPr>
        <p:spPr>
          <a:xfrm>
            <a:off x="1141413" y="4404596"/>
            <a:ext cx="319524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500"/>
              <a:buNone/>
              <a:defRPr b="0" sz="20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211" name="Google Shape;211;p35"/>
          <p:cNvSpPr/>
          <p:nvPr>
            <p:ph idx="2" type="pic"/>
          </p:nvPr>
        </p:nvSpPr>
        <p:spPr>
          <a:xfrm>
            <a:off x="1141413" y="2666998"/>
            <a:ext cx="3195240" cy="1524000"/>
          </a:xfrm>
          <a:prstGeom prst="round2DiagRect">
            <a:avLst>
              <a:gd fmla="val 16667" name="adj1"/>
              <a:gd fmla="val 0" name="adj2"/>
            </a:avLst>
          </a:prstGeom>
          <a:noFill/>
          <a:ln cap="sq" cmpd="sng" w="19050">
            <a:solidFill>
              <a:srgbClr val="B3FFFF">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12" name="Google Shape;212;p35"/>
          <p:cNvSpPr txBox="1"/>
          <p:nvPr>
            <p:ph idx="3" type="body"/>
          </p:nvPr>
        </p:nvSpPr>
        <p:spPr>
          <a:xfrm>
            <a:off x="1141413" y="4980858"/>
            <a:ext cx="3195240" cy="81784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500"/>
              <a:buNone/>
              <a:defRPr sz="1200"/>
            </a:lvl2pPr>
            <a:lvl3pPr indent="-228600" lvl="2" marL="1371600" algn="l">
              <a:lnSpc>
                <a:spcPct val="120000"/>
              </a:lnSpc>
              <a:spcBef>
                <a:spcPts val="500"/>
              </a:spcBef>
              <a:spcAft>
                <a:spcPts val="0"/>
              </a:spcAft>
              <a:buClr>
                <a:schemeClr val="lt1"/>
              </a:buClr>
              <a:buSzPts val="1250"/>
              <a:buNone/>
              <a:defRPr sz="1000"/>
            </a:lvl3pPr>
            <a:lvl4pPr indent="-228600" lvl="3" marL="1828800" algn="l">
              <a:lnSpc>
                <a:spcPct val="120000"/>
              </a:lnSpc>
              <a:spcBef>
                <a:spcPts val="500"/>
              </a:spcBef>
              <a:spcAft>
                <a:spcPts val="0"/>
              </a:spcAft>
              <a:buClr>
                <a:schemeClr val="lt1"/>
              </a:buClr>
              <a:buSzPts val="1125"/>
              <a:buNone/>
              <a:defRPr sz="900"/>
            </a:lvl4pPr>
            <a:lvl5pPr indent="-228600" lvl="4" marL="2286000" algn="l">
              <a:lnSpc>
                <a:spcPct val="120000"/>
              </a:lnSpc>
              <a:spcBef>
                <a:spcPts val="500"/>
              </a:spcBef>
              <a:spcAft>
                <a:spcPts val="0"/>
              </a:spcAft>
              <a:buClr>
                <a:schemeClr val="lt1"/>
              </a:buClr>
              <a:buSzPts val="1125"/>
              <a:buNone/>
              <a:defRPr sz="900"/>
            </a:lvl5pPr>
            <a:lvl6pPr indent="-228600" lvl="5" marL="2743200" algn="l">
              <a:lnSpc>
                <a:spcPct val="120000"/>
              </a:lnSpc>
              <a:spcBef>
                <a:spcPts val="500"/>
              </a:spcBef>
              <a:spcAft>
                <a:spcPts val="0"/>
              </a:spcAft>
              <a:buClr>
                <a:schemeClr val="lt1"/>
              </a:buClr>
              <a:buSzPts val="1125"/>
              <a:buNone/>
              <a:defRPr sz="900"/>
            </a:lvl6pPr>
            <a:lvl7pPr indent="-228600" lvl="6" marL="3200400" algn="l">
              <a:lnSpc>
                <a:spcPct val="120000"/>
              </a:lnSpc>
              <a:spcBef>
                <a:spcPts val="500"/>
              </a:spcBef>
              <a:spcAft>
                <a:spcPts val="0"/>
              </a:spcAft>
              <a:buClr>
                <a:schemeClr val="lt1"/>
              </a:buClr>
              <a:buSzPts val="1125"/>
              <a:buNone/>
              <a:defRPr sz="900"/>
            </a:lvl7pPr>
            <a:lvl8pPr indent="-228600" lvl="7" marL="3657600" algn="l">
              <a:lnSpc>
                <a:spcPct val="120000"/>
              </a:lnSpc>
              <a:spcBef>
                <a:spcPts val="500"/>
              </a:spcBef>
              <a:spcAft>
                <a:spcPts val="0"/>
              </a:spcAft>
              <a:buClr>
                <a:schemeClr val="lt1"/>
              </a:buClr>
              <a:buSzPts val="1125"/>
              <a:buNone/>
              <a:defRPr sz="900"/>
            </a:lvl8pPr>
            <a:lvl9pPr indent="-228600" lvl="8" marL="4114800" algn="l">
              <a:lnSpc>
                <a:spcPct val="120000"/>
              </a:lnSpc>
              <a:spcBef>
                <a:spcPts val="500"/>
              </a:spcBef>
              <a:spcAft>
                <a:spcPts val="0"/>
              </a:spcAft>
              <a:buClr>
                <a:schemeClr val="lt1"/>
              </a:buClr>
              <a:buSzPts val="1125"/>
              <a:buNone/>
              <a:defRPr sz="900"/>
            </a:lvl9pPr>
          </a:lstStyle>
          <a:p/>
        </p:txBody>
      </p:sp>
      <p:sp>
        <p:nvSpPr>
          <p:cNvPr id="213" name="Google Shape;213;p35"/>
          <p:cNvSpPr txBox="1"/>
          <p:nvPr>
            <p:ph idx="4" type="body"/>
          </p:nvPr>
        </p:nvSpPr>
        <p:spPr>
          <a:xfrm>
            <a:off x="4489053" y="4404596"/>
            <a:ext cx="320040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500"/>
              <a:buNone/>
              <a:defRPr b="0" sz="20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214" name="Google Shape;214;p35"/>
          <p:cNvSpPr/>
          <p:nvPr>
            <p:ph idx="5" type="pic"/>
          </p:nvPr>
        </p:nvSpPr>
        <p:spPr>
          <a:xfrm>
            <a:off x="4489053" y="2666998"/>
            <a:ext cx="3198940" cy="1524000"/>
          </a:xfrm>
          <a:prstGeom prst="round2DiagRect">
            <a:avLst>
              <a:gd fmla="val 16667" name="adj1"/>
              <a:gd fmla="val 0" name="adj2"/>
            </a:avLst>
          </a:prstGeom>
          <a:noFill/>
          <a:ln cap="sq" cmpd="sng" w="19050">
            <a:solidFill>
              <a:srgbClr val="B3FFFF">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15" name="Google Shape;215;p35"/>
          <p:cNvSpPr txBox="1"/>
          <p:nvPr>
            <p:ph idx="6" type="body"/>
          </p:nvPr>
        </p:nvSpPr>
        <p:spPr>
          <a:xfrm>
            <a:off x="4487593" y="4980857"/>
            <a:ext cx="3200400" cy="8103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500"/>
              <a:buNone/>
              <a:defRPr sz="1200"/>
            </a:lvl2pPr>
            <a:lvl3pPr indent="-228600" lvl="2" marL="1371600" algn="l">
              <a:lnSpc>
                <a:spcPct val="120000"/>
              </a:lnSpc>
              <a:spcBef>
                <a:spcPts val="500"/>
              </a:spcBef>
              <a:spcAft>
                <a:spcPts val="0"/>
              </a:spcAft>
              <a:buClr>
                <a:schemeClr val="lt1"/>
              </a:buClr>
              <a:buSzPts val="1250"/>
              <a:buNone/>
              <a:defRPr sz="1000"/>
            </a:lvl3pPr>
            <a:lvl4pPr indent="-228600" lvl="3" marL="1828800" algn="l">
              <a:lnSpc>
                <a:spcPct val="120000"/>
              </a:lnSpc>
              <a:spcBef>
                <a:spcPts val="500"/>
              </a:spcBef>
              <a:spcAft>
                <a:spcPts val="0"/>
              </a:spcAft>
              <a:buClr>
                <a:schemeClr val="lt1"/>
              </a:buClr>
              <a:buSzPts val="1125"/>
              <a:buNone/>
              <a:defRPr sz="900"/>
            </a:lvl4pPr>
            <a:lvl5pPr indent="-228600" lvl="4" marL="2286000" algn="l">
              <a:lnSpc>
                <a:spcPct val="120000"/>
              </a:lnSpc>
              <a:spcBef>
                <a:spcPts val="500"/>
              </a:spcBef>
              <a:spcAft>
                <a:spcPts val="0"/>
              </a:spcAft>
              <a:buClr>
                <a:schemeClr val="lt1"/>
              </a:buClr>
              <a:buSzPts val="1125"/>
              <a:buNone/>
              <a:defRPr sz="900"/>
            </a:lvl5pPr>
            <a:lvl6pPr indent="-228600" lvl="5" marL="2743200" algn="l">
              <a:lnSpc>
                <a:spcPct val="120000"/>
              </a:lnSpc>
              <a:spcBef>
                <a:spcPts val="500"/>
              </a:spcBef>
              <a:spcAft>
                <a:spcPts val="0"/>
              </a:spcAft>
              <a:buClr>
                <a:schemeClr val="lt1"/>
              </a:buClr>
              <a:buSzPts val="1125"/>
              <a:buNone/>
              <a:defRPr sz="900"/>
            </a:lvl6pPr>
            <a:lvl7pPr indent="-228600" lvl="6" marL="3200400" algn="l">
              <a:lnSpc>
                <a:spcPct val="120000"/>
              </a:lnSpc>
              <a:spcBef>
                <a:spcPts val="500"/>
              </a:spcBef>
              <a:spcAft>
                <a:spcPts val="0"/>
              </a:spcAft>
              <a:buClr>
                <a:schemeClr val="lt1"/>
              </a:buClr>
              <a:buSzPts val="1125"/>
              <a:buNone/>
              <a:defRPr sz="900"/>
            </a:lvl7pPr>
            <a:lvl8pPr indent="-228600" lvl="7" marL="3657600" algn="l">
              <a:lnSpc>
                <a:spcPct val="120000"/>
              </a:lnSpc>
              <a:spcBef>
                <a:spcPts val="500"/>
              </a:spcBef>
              <a:spcAft>
                <a:spcPts val="0"/>
              </a:spcAft>
              <a:buClr>
                <a:schemeClr val="lt1"/>
              </a:buClr>
              <a:buSzPts val="1125"/>
              <a:buNone/>
              <a:defRPr sz="900"/>
            </a:lvl8pPr>
            <a:lvl9pPr indent="-228600" lvl="8" marL="4114800" algn="l">
              <a:lnSpc>
                <a:spcPct val="120000"/>
              </a:lnSpc>
              <a:spcBef>
                <a:spcPts val="500"/>
              </a:spcBef>
              <a:spcAft>
                <a:spcPts val="0"/>
              </a:spcAft>
              <a:buClr>
                <a:schemeClr val="lt1"/>
              </a:buClr>
              <a:buSzPts val="1125"/>
              <a:buNone/>
              <a:defRPr sz="900"/>
            </a:lvl9pPr>
          </a:lstStyle>
          <a:p/>
        </p:txBody>
      </p:sp>
      <p:sp>
        <p:nvSpPr>
          <p:cNvPr id="216" name="Google Shape;216;p35"/>
          <p:cNvSpPr txBox="1"/>
          <p:nvPr>
            <p:ph idx="7" type="body"/>
          </p:nvPr>
        </p:nvSpPr>
        <p:spPr>
          <a:xfrm>
            <a:off x="7852567" y="4404595"/>
            <a:ext cx="3190741"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500"/>
              <a:buNone/>
              <a:defRPr b="0" sz="20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217" name="Google Shape;217;p35"/>
          <p:cNvSpPr/>
          <p:nvPr>
            <p:ph idx="8" type="pic"/>
          </p:nvPr>
        </p:nvSpPr>
        <p:spPr>
          <a:xfrm>
            <a:off x="7852442" y="2666998"/>
            <a:ext cx="3194969" cy="1524000"/>
          </a:xfrm>
          <a:prstGeom prst="round2DiagRect">
            <a:avLst>
              <a:gd fmla="val 16667" name="adj1"/>
              <a:gd fmla="val 0" name="adj2"/>
            </a:avLst>
          </a:prstGeom>
          <a:noFill/>
          <a:ln cap="sq" cmpd="sng" w="19050">
            <a:solidFill>
              <a:srgbClr val="B3FFFF">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18" name="Google Shape;218;p35"/>
          <p:cNvSpPr txBox="1"/>
          <p:nvPr>
            <p:ph idx="9" type="body"/>
          </p:nvPr>
        </p:nvSpPr>
        <p:spPr>
          <a:xfrm>
            <a:off x="7852442" y="4980854"/>
            <a:ext cx="3194968" cy="81034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500"/>
              <a:buNone/>
              <a:defRPr sz="1200"/>
            </a:lvl2pPr>
            <a:lvl3pPr indent="-228600" lvl="2" marL="1371600" algn="l">
              <a:lnSpc>
                <a:spcPct val="120000"/>
              </a:lnSpc>
              <a:spcBef>
                <a:spcPts val="500"/>
              </a:spcBef>
              <a:spcAft>
                <a:spcPts val="0"/>
              </a:spcAft>
              <a:buClr>
                <a:schemeClr val="lt1"/>
              </a:buClr>
              <a:buSzPts val="1250"/>
              <a:buNone/>
              <a:defRPr sz="1000"/>
            </a:lvl3pPr>
            <a:lvl4pPr indent="-228600" lvl="3" marL="1828800" algn="l">
              <a:lnSpc>
                <a:spcPct val="120000"/>
              </a:lnSpc>
              <a:spcBef>
                <a:spcPts val="500"/>
              </a:spcBef>
              <a:spcAft>
                <a:spcPts val="0"/>
              </a:spcAft>
              <a:buClr>
                <a:schemeClr val="lt1"/>
              </a:buClr>
              <a:buSzPts val="1125"/>
              <a:buNone/>
              <a:defRPr sz="900"/>
            </a:lvl4pPr>
            <a:lvl5pPr indent="-228600" lvl="4" marL="2286000" algn="l">
              <a:lnSpc>
                <a:spcPct val="120000"/>
              </a:lnSpc>
              <a:spcBef>
                <a:spcPts val="500"/>
              </a:spcBef>
              <a:spcAft>
                <a:spcPts val="0"/>
              </a:spcAft>
              <a:buClr>
                <a:schemeClr val="lt1"/>
              </a:buClr>
              <a:buSzPts val="1125"/>
              <a:buNone/>
              <a:defRPr sz="900"/>
            </a:lvl5pPr>
            <a:lvl6pPr indent="-228600" lvl="5" marL="2743200" algn="l">
              <a:lnSpc>
                <a:spcPct val="120000"/>
              </a:lnSpc>
              <a:spcBef>
                <a:spcPts val="500"/>
              </a:spcBef>
              <a:spcAft>
                <a:spcPts val="0"/>
              </a:spcAft>
              <a:buClr>
                <a:schemeClr val="lt1"/>
              </a:buClr>
              <a:buSzPts val="1125"/>
              <a:buNone/>
              <a:defRPr sz="900"/>
            </a:lvl6pPr>
            <a:lvl7pPr indent="-228600" lvl="6" marL="3200400" algn="l">
              <a:lnSpc>
                <a:spcPct val="120000"/>
              </a:lnSpc>
              <a:spcBef>
                <a:spcPts val="500"/>
              </a:spcBef>
              <a:spcAft>
                <a:spcPts val="0"/>
              </a:spcAft>
              <a:buClr>
                <a:schemeClr val="lt1"/>
              </a:buClr>
              <a:buSzPts val="1125"/>
              <a:buNone/>
              <a:defRPr sz="900"/>
            </a:lvl7pPr>
            <a:lvl8pPr indent="-228600" lvl="7" marL="3657600" algn="l">
              <a:lnSpc>
                <a:spcPct val="120000"/>
              </a:lnSpc>
              <a:spcBef>
                <a:spcPts val="500"/>
              </a:spcBef>
              <a:spcAft>
                <a:spcPts val="0"/>
              </a:spcAft>
              <a:buClr>
                <a:schemeClr val="lt1"/>
              </a:buClr>
              <a:buSzPts val="1125"/>
              <a:buNone/>
              <a:defRPr sz="900"/>
            </a:lvl8pPr>
            <a:lvl9pPr indent="-228600" lvl="8" marL="4114800" algn="l">
              <a:lnSpc>
                <a:spcPct val="120000"/>
              </a:lnSpc>
              <a:spcBef>
                <a:spcPts val="500"/>
              </a:spcBef>
              <a:spcAft>
                <a:spcPts val="0"/>
              </a:spcAft>
              <a:buClr>
                <a:schemeClr val="lt1"/>
              </a:buClr>
              <a:buSzPts val="1125"/>
              <a:buNone/>
              <a:defRPr sz="900"/>
            </a:lvl9pPr>
          </a:lstStyle>
          <a:p/>
        </p:txBody>
      </p:sp>
      <p:sp>
        <p:nvSpPr>
          <p:cNvPr id="219" name="Google Shape;219;p35"/>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 name="Google Shape;220;p35"/>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35"/>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222" name="Shape 222"/>
        <p:cNvGrpSpPr/>
        <p:nvPr/>
      </p:nvGrpSpPr>
      <p:grpSpPr>
        <a:xfrm>
          <a:off x="0" y="0"/>
          <a:ext cx="0" cy="0"/>
          <a:chOff x="0" y="0"/>
          <a:chExt cx="0" cy="0"/>
        </a:xfrm>
      </p:grpSpPr>
      <p:sp>
        <p:nvSpPr>
          <p:cNvPr id="223" name="Google Shape;223;p36"/>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36"/>
          <p:cNvSpPr txBox="1"/>
          <p:nvPr>
            <p:ph idx="1" type="body"/>
          </p:nvPr>
        </p:nvSpPr>
        <p:spPr>
          <a:xfrm rot="5400000">
            <a:off x="4323555" y="-932655"/>
            <a:ext cx="3541714" cy="9905999"/>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225" name="Google Shape;225;p36"/>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6" name="Google Shape;226;p36"/>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36"/>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228" name="Shape 228"/>
        <p:cNvGrpSpPr/>
        <p:nvPr/>
      </p:nvGrpSpPr>
      <p:grpSpPr>
        <a:xfrm>
          <a:off x="0" y="0"/>
          <a:ext cx="0" cy="0"/>
          <a:chOff x="0" y="0"/>
          <a:chExt cx="0" cy="0"/>
        </a:xfrm>
      </p:grpSpPr>
      <p:sp>
        <p:nvSpPr>
          <p:cNvPr id="229" name="Google Shape;229;p37"/>
          <p:cNvSpPr txBox="1"/>
          <p:nvPr>
            <p:ph type="title"/>
          </p:nvPr>
        </p:nvSpPr>
        <p:spPr>
          <a:xfrm rot="5400000">
            <a:off x="7454105" y="2197894"/>
            <a:ext cx="5181601" cy="200501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37"/>
          <p:cNvSpPr txBox="1"/>
          <p:nvPr>
            <p:ph idx="1" type="body"/>
          </p:nvPr>
        </p:nvSpPr>
        <p:spPr>
          <a:xfrm rot="5400000">
            <a:off x="2424905" y="-673895"/>
            <a:ext cx="5181601" cy="7748590"/>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231" name="Google Shape;231;p37"/>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2" name="Google Shape;232;p37"/>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3" name="Google Shape;233;p37"/>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3.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pic>
        <p:nvPicPr>
          <p:cNvPr descr="\\DROBO-FS\QuickDrops\JB\PPTX NG\Droplets\LightingOverlay.png" id="10" name="Google Shape;10;p20"/>
          <p:cNvPicPr preferRelativeResize="0"/>
          <p:nvPr/>
        </p:nvPicPr>
        <p:blipFill rotWithShape="1">
          <a:blip r:embed="rId2">
            <a:alphaModFix amt="30000"/>
          </a:blip>
          <a:srcRect b="0" l="0" r="0" t="0"/>
          <a:stretch/>
        </p:blipFill>
        <p:spPr>
          <a:xfrm>
            <a:off x="0" y="-1"/>
            <a:ext cx="12192003" cy="6858001"/>
          </a:xfrm>
          <a:prstGeom prst="rect">
            <a:avLst/>
          </a:prstGeom>
          <a:noFill/>
          <a:ln>
            <a:noFill/>
          </a:ln>
        </p:spPr>
      </p:pic>
      <p:grpSp>
        <p:nvGrpSpPr>
          <p:cNvPr id="11" name="Google Shape;11;p20"/>
          <p:cNvGrpSpPr/>
          <p:nvPr/>
        </p:nvGrpSpPr>
        <p:grpSpPr>
          <a:xfrm>
            <a:off x="-14288" y="0"/>
            <a:ext cx="12053888" cy="6858001"/>
            <a:chOff x="-14288" y="0"/>
            <a:chExt cx="12053888" cy="6858001"/>
          </a:xfrm>
        </p:grpSpPr>
        <p:grpSp>
          <p:nvGrpSpPr>
            <p:cNvPr id="12" name="Google Shape;12;p20"/>
            <p:cNvGrpSpPr/>
            <p:nvPr/>
          </p:nvGrpSpPr>
          <p:grpSpPr>
            <a:xfrm>
              <a:off x="-14288" y="0"/>
              <a:ext cx="1220788" cy="6858001"/>
              <a:chOff x="-14288" y="0"/>
              <a:chExt cx="1220788" cy="6858001"/>
            </a:xfrm>
          </p:grpSpPr>
          <p:sp>
            <p:nvSpPr>
              <p:cNvPr id="13" name="Google Shape;13;p20"/>
              <p:cNvSpPr/>
              <p:nvPr/>
            </p:nvSpPr>
            <p:spPr>
              <a:xfrm>
                <a:off x="114300" y="4763"/>
                <a:ext cx="23813" cy="2181225"/>
              </a:xfrm>
              <a:prstGeom prst="rect">
                <a:avLst/>
              </a:pr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0"/>
              <p:cNvSpPr/>
              <p:nvPr/>
            </p:nvSpPr>
            <p:spPr>
              <a:xfrm>
                <a:off x="33337"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0"/>
              <p:cNvSpPr/>
              <p:nvPr/>
            </p:nvSpPr>
            <p:spPr>
              <a:xfrm>
                <a:off x="28575"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0"/>
              <p:cNvSpPr/>
              <p:nvPr/>
            </p:nvSpPr>
            <p:spPr>
              <a:xfrm>
                <a:off x="200025" y="4763"/>
                <a:ext cx="369888" cy="1811338"/>
              </a:xfrm>
              <a:custGeom>
                <a:rect b="b" l="l" r="r" t="t"/>
                <a:pathLst>
                  <a:path extrusionOk="0" h="1141" w="233">
                    <a:moveTo>
                      <a:pt x="218" y="1141"/>
                    </a:moveTo>
                    <a:lnTo>
                      <a:pt x="0" y="626"/>
                    </a:lnTo>
                    <a:lnTo>
                      <a:pt x="0" y="0"/>
                    </a:lnTo>
                    <a:lnTo>
                      <a:pt x="15" y="0"/>
                    </a:lnTo>
                    <a:lnTo>
                      <a:pt x="15" y="623"/>
                    </a:lnTo>
                    <a:lnTo>
                      <a:pt x="233" y="1135"/>
                    </a:lnTo>
                    <a:lnTo>
                      <a:pt x="218" y="1141"/>
                    </a:lnTo>
                    <a:close/>
                  </a:path>
                </a:pathLst>
              </a:custGeom>
              <a:gradFill>
                <a:gsLst>
                  <a:gs pos="0">
                    <a:schemeClr val="lt2"/>
                  </a:gs>
                  <a:gs pos="100000">
                    <a:srgbClr val="3B95DE"/>
                  </a:gs>
                </a:gsLst>
                <a:lin ang="5400000" scaled="0"/>
              </a:gradFill>
              <a:ln>
                <a:noFill/>
              </a:ln>
            </p:spPr>
          </p:sp>
          <p:sp>
            <p:nvSpPr>
              <p:cNvPr id="17" name="Google Shape;17;p20"/>
              <p:cNvSpPr/>
              <p:nvPr/>
            </p:nvSpPr>
            <p:spPr>
              <a:xfrm>
                <a:off x="503237" y="1801813"/>
                <a:ext cx="190500" cy="188913"/>
              </a:xfrm>
              <a:custGeom>
                <a:rect b="b" l="l" r="r" t="t"/>
                <a:pathLst>
                  <a:path extrusionOk="0" h="40" w="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0"/>
              <p:cNvSpPr/>
              <p:nvPr/>
            </p:nvSpPr>
            <p:spPr>
              <a:xfrm>
                <a:off x="285750" y="4763"/>
                <a:ext cx="369888" cy="1430338"/>
              </a:xfrm>
              <a:custGeom>
                <a:rect b="b" l="l" r="r" t="t"/>
                <a:pathLst>
                  <a:path extrusionOk="0" h="901" w="233">
                    <a:moveTo>
                      <a:pt x="221" y="901"/>
                    </a:moveTo>
                    <a:lnTo>
                      <a:pt x="0" y="383"/>
                    </a:lnTo>
                    <a:lnTo>
                      <a:pt x="0" y="0"/>
                    </a:lnTo>
                    <a:lnTo>
                      <a:pt x="18" y="0"/>
                    </a:lnTo>
                    <a:lnTo>
                      <a:pt x="18" y="380"/>
                    </a:lnTo>
                    <a:lnTo>
                      <a:pt x="233" y="895"/>
                    </a:lnTo>
                    <a:lnTo>
                      <a:pt x="221" y="901"/>
                    </a:lnTo>
                    <a:close/>
                  </a:path>
                </a:pathLst>
              </a:custGeom>
              <a:gradFill>
                <a:gsLst>
                  <a:gs pos="0">
                    <a:schemeClr val="lt2"/>
                  </a:gs>
                  <a:gs pos="100000">
                    <a:srgbClr val="3B95DE"/>
                  </a:gs>
                </a:gsLst>
                <a:lin ang="5400000" scaled="0"/>
              </a:gradFill>
              <a:ln>
                <a:noFill/>
              </a:ln>
            </p:spPr>
          </p:sp>
          <p:sp>
            <p:nvSpPr>
              <p:cNvPr id="19" name="Google Shape;19;p20"/>
              <p:cNvSpPr/>
              <p:nvPr/>
            </p:nvSpPr>
            <p:spPr>
              <a:xfrm>
                <a:off x="546100"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3B95DE"/>
                  </a:gs>
                </a:gsLst>
                <a:lin ang="5400000" scaled="0"/>
              </a:gradFill>
              <a:ln>
                <a:noFill/>
              </a:ln>
            </p:spPr>
          </p:sp>
          <p:sp>
            <p:nvSpPr>
              <p:cNvPr id="20" name="Google Shape;20;p20"/>
              <p:cNvSpPr/>
              <p:nvPr/>
            </p:nvSpPr>
            <p:spPr>
              <a:xfrm>
                <a:off x="588962" y="1420813"/>
                <a:ext cx="190500" cy="190500"/>
              </a:xfrm>
              <a:custGeom>
                <a:rect b="b" l="l" r="r" t="t"/>
                <a:pathLst>
                  <a:path extrusionOk="0" h="40" w="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0"/>
              <p:cNvSpPr/>
              <p:nvPr/>
            </p:nvSpPr>
            <p:spPr>
              <a:xfrm>
                <a:off x="588962"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0"/>
              <p:cNvSpPr/>
              <p:nvPr/>
            </p:nvSpPr>
            <p:spPr>
              <a:xfrm>
                <a:off x="641350" y="0"/>
                <a:ext cx="422275" cy="527050"/>
              </a:xfrm>
              <a:custGeom>
                <a:rect b="b" l="l" r="r" t="t"/>
                <a:pathLst>
                  <a:path extrusionOk="0" h="332" w="266">
                    <a:moveTo>
                      <a:pt x="257" y="332"/>
                    </a:moveTo>
                    <a:lnTo>
                      <a:pt x="48" y="123"/>
                    </a:lnTo>
                    <a:lnTo>
                      <a:pt x="0" y="6"/>
                    </a:lnTo>
                    <a:lnTo>
                      <a:pt x="15" y="0"/>
                    </a:lnTo>
                    <a:lnTo>
                      <a:pt x="63" y="114"/>
                    </a:lnTo>
                    <a:lnTo>
                      <a:pt x="266" y="320"/>
                    </a:lnTo>
                    <a:lnTo>
                      <a:pt x="257" y="332"/>
                    </a:lnTo>
                    <a:close/>
                  </a:path>
                </a:pathLst>
              </a:custGeom>
              <a:gradFill>
                <a:gsLst>
                  <a:gs pos="0">
                    <a:schemeClr val="lt2"/>
                  </a:gs>
                  <a:gs pos="100000">
                    <a:srgbClr val="3B95DE"/>
                  </a:gs>
                </a:gsLst>
                <a:lin ang="5400000" scaled="0"/>
              </a:gradFill>
              <a:ln>
                <a:noFill/>
              </a:ln>
            </p:spPr>
          </p:sp>
          <p:sp>
            <p:nvSpPr>
              <p:cNvPr id="23" name="Google Shape;23;p20"/>
              <p:cNvSpPr/>
              <p:nvPr/>
            </p:nvSpPr>
            <p:spPr>
              <a:xfrm>
                <a:off x="1020762"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 name="Google Shape;24;p20"/>
              <p:cNvCxnSpPr/>
              <p:nvPr/>
            </p:nvCxnSpPr>
            <p:spPr>
              <a:xfrm>
                <a:off x="-4763" y="9525"/>
                <a:ext cx="0" cy="0"/>
              </a:xfrm>
              <a:prstGeom prst="straightConnector1">
                <a:avLst/>
              </a:prstGeom>
              <a:gradFill>
                <a:gsLst>
                  <a:gs pos="0">
                    <a:schemeClr val="lt2"/>
                  </a:gs>
                  <a:gs pos="100000">
                    <a:srgbClr val="3B95DE"/>
                  </a:gs>
                </a:gsLst>
                <a:lin ang="5400000" scaled="0"/>
              </a:gradFill>
              <a:ln cap="flat" cmpd="sng" w="9525">
                <a:solidFill>
                  <a:srgbClr val="FFFFFF"/>
                </a:solidFill>
                <a:prstDash val="solid"/>
                <a:miter lim="800000"/>
                <a:headEnd len="sm" w="sm" type="none"/>
                <a:tailEnd len="sm" w="sm" type="none"/>
              </a:ln>
            </p:spPr>
          </p:cxnSp>
          <p:sp>
            <p:nvSpPr>
              <p:cNvPr id="25" name="Google Shape;25;p20"/>
              <p:cNvSpPr/>
              <p:nvPr/>
            </p:nvSpPr>
            <p:spPr>
              <a:xfrm>
                <a:off x="9525" y="1801813"/>
                <a:ext cx="123825" cy="127000"/>
              </a:xfrm>
              <a:custGeom>
                <a:rect b="b" l="l" r="r" t="t"/>
                <a:pathLst>
                  <a:path extrusionOk="0" h="80" w="78">
                    <a:moveTo>
                      <a:pt x="6" y="80"/>
                    </a:moveTo>
                    <a:lnTo>
                      <a:pt x="0" y="71"/>
                    </a:lnTo>
                    <a:lnTo>
                      <a:pt x="69" y="0"/>
                    </a:lnTo>
                    <a:lnTo>
                      <a:pt x="78" y="9"/>
                    </a:lnTo>
                    <a:lnTo>
                      <a:pt x="6" y="80"/>
                    </a:lnTo>
                    <a:close/>
                  </a:path>
                </a:pathLst>
              </a:custGeom>
              <a:gradFill>
                <a:gsLst>
                  <a:gs pos="0">
                    <a:schemeClr val="lt2"/>
                  </a:gs>
                  <a:gs pos="100000">
                    <a:srgbClr val="3B95DE"/>
                  </a:gs>
                </a:gsLst>
                <a:lin ang="5400000" scaled="0"/>
              </a:gradFill>
              <a:ln>
                <a:noFill/>
              </a:ln>
            </p:spPr>
          </p:sp>
          <p:sp>
            <p:nvSpPr>
              <p:cNvPr id="26" name="Google Shape;26;p20"/>
              <p:cNvSpPr/>
              <p:nvPr/>
            </p:nvSpPr>
            <p:spPr>
              <a:xfrm>
                <a:off x="-9525" y="3549650"/>
                <a:ext cx="147638" cy="481013"/>
              </a:xfrm>
              <a:custGeom>
                <a:rect b="b" l="l" r="r" t="t"/>
                <a:pathLst>
                  <a:path extrusionOk="0" h="303" w="93">
                    <a:moveTo>
                      <a:pt x="93" y="303"/>
                    </a:moveTo>
                    <a:lnTo>
                      <a:pt x="78" y="303"/>
                    </a:lnTo>
                    <a:lnTo>
                      <a:pt x="78" y="78"/>
                    </a:lnTo>
                    <a:lnTo>
                      <a:pt x="0" y="12"/>
                    </a:lnTo>
                    <a:lnTo>
                      <a:pt x="12" y="0"/>
                    </a:lnTo>
                    <a:lnTo>
                      <a:pt x="93" y="69"/>
                    </a:lnTo>
                    <a:lnTo>
                      <a:pt x="93" y="303"/>
                    </a:lnTo>
                    <a:close/>
                  </a:path>
                </a:pathLst>
              </a:custGeom>
              <a:gradFill>
                <a:gsLst>
                  <a:gs pos="0">
                    <a:schemeClr val="lt2"/>
                  </a:gs>
                  <a:gs pos="100000">
                    <a:srgbClr val="3B95DE"/>
                  </a:gs>
                </a:gsLst>
                <a:lin ang="5400000" scaled="0"/>
              </a:gradFill>
              <a:ln>
                <a:noFill/>
              </a:ln>
            </p:spPr>
          </p:sp>
          <p:sp>
            <p:nvSpPr>
              <p:cNvPr id="27" name="Google Shape;27;p20"/>
              <p:cNvSpPr/>
              <p:nvPr/>
            </p:nvSpPr>
            <p:spPr>
              <a:xfrm>
                <a:off x="128587"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lt2"/>
                  </a:gs>
                  <a:gs pos="100000">
                    <a:srgbClr val="3B95DE"/>
                  </a:gs>
                </a:gsLst>
                <a:lin ang="5400000" scaled="0"/>
              </a:gradFill>
              <a:ln>
                <a:noFill/>
              </a:ln>
            </p:spPr>
          </p:sp>
          <p:sp>
            <p:nvSpPr>
              <p:cNvPr id="28" name="Google Shape;28;p20"/>
              <p:cNvSpPr/>
              <p:nvPr/>
            </p:nvSpPr>
            <p:spPr>
              <a:xfrm>
                <a:off x="204787" y="1849438"/>
                <a:ext cx="114300" cy="107950"/>
              </a:xfrm>
              <a:custGeom>
                <a:rect b="b" l="l" r="r" t="t"/>
                <a:pathLst>
                  <a:path extrusionOk="0" h="23" w="24">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0"/>
              <p:cNvSpPr/>
              <p:nvPr/>
            </p:nvSpPr>
            <p:spPr>
              <a:xfrm>
                <a:off x="133350" y="4662488"/>
                <a:ext cx="23813" cy="2181225"/>
              </a:xfrm>
              <a:prstGeom prst="rect">
                <a:avLst/>
              </a:pr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0"/>
              <p:cNvSpPr/>
              <p:nvPr/>
            </p:nvSpPr>
            <p:spPr>
              <a:xfrm>
                <a:off x="223837" y="5041900"/>
                <a:ext cx="369888" cy="1801813"/>
              </a:xfrm>
              <a:custGeom>
                <a:rect b="b" l="l" r="r" t="t"/>
                <a:pathLst>
                  <a:path extrusionOk="0" h="1135" w="233">
                    <a:moveTo>
                      <a:pt x="15" y="1135"/>
                    </a:moveTo>
                    <a:lnTo>
                      <a:pt x="0" y="1135"/>
                    </a:lnTo>
                    <a:lnTo>
                      <a:pt x="0" y="515"/>
                    </a:lnTo>
                    <a:lnTo>
                      <a:pt x="0" y="512"/>
                    </a:lnTo>
                    <a:lnTo>
                      <a:pt x="218" y="0"/>
                    </a:lnTo>
                    <a:lnTo>
                      <a:pt x="233" y="6"/>
                    </a:lnTo>
                    <a:lnTo>
                      <a:pt x="15" y="518"/>
                    </a:lnTo>
                    <a:lnTo>
                      <a:pt x="15" y="1135"/>
                    </a:lnTo>
                    <a:close/>
                  </a:path>
                </a:pathLst>
              </a:custGeom>
              <a:gradFill>
                <a:gsLst>
                  <a:gs pos="0">
                    <a:schemeClr val="lt2"/>
                  </a:gs>
                  <a:gs pos="100000">
                    <a:srgbClr val="3B95DE"/>
                  </a:gs>
                </a:gsLst>
                <a:lin ang="5400000" scaled="0"/>
              </a:gradFill>
              <a:ln>
                <a:noFill/>
              </a:ln>
            </p:spPr>
          </p:sp>
          <p:sp>
            <p:nvSpPr>
              <p:cNvPr id="31" name="Google Shape;31;p20"/>
              <p:cNvSpPr/>
              <p:nvPr/>
            </p:nvSpPr>
            <p:spPr>
              <a:xfrm>
                <a:off x="52387"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0"/>
              <p:cNvSpPr/>
              <p:nvPr/>
            </p:nvSpPr>
            <p:spPr>
              <a:xfrm>
                <a:off x="-14288" y="5627688"/>
                <a:ext cx="85725" cy="1216025"/>
              </a:xfrm>
              <a:custGeom>
                <a:rect b="b" l="l" r="r" t="t"/>
                <a:pathLst>
                  <a:path extrusionOk="0" h="766" w="54">
                    <a:moveTo>
                      <a:pt x="54" y="766"/>
                    </a:moveTo>
                    <a:lnTo>
                      <a:pt x="36" y="766"/>
                    </a:lnTo>
                    <a:lnTo>
                      <a:pt x="36" y="149"/>
                    </a:lnTo>
                    <a:lnTo>
                      <a:pt x="0" y="3"/>
                    </a:lnTo>
                    <a:lnTo>
                      <a:pt x="18" y="0"/>
                    </a:lnTo>
                    <a:lnTo>
                      <a:pt x="54" y="146"/>
                    </a:lnTo>
                    <a:lnTo>
                      <a:pt x="54" y="766"/>
                    </a:lnTo>
                    <a:close/>
                  </a:path>
                </a:pathLst>
              </a:custGeom>
              <a:gradFill>
                <a:gsLst>
                  <a:gs pos="0">
                    <a:schemeClr val="lt2"/>
                  </a:gs>
                  <a:gs pos="100000">
                    <a:srgbClr val="3B95DE"/>
                  </a:gs>
                </a:gsLst>
                <a:lin ang="5400000" scaled="0"/>
              </a:gradFill>
              <a:ln>
                <a:noFill/>
              </a:ln>
            </p:spPr>
          </p:sp>
          <p:sp>
            <p:nvSpPr>
              <p:cNvPr id="33" name="Google Shape;33;p20"/>
              <p:cNvSpPr/>
              <p:nvPr/>
            </p:nvSpPr>
            <p:spPr>
              <a:xfrm>
                <a:off x="527050"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0"/>
              <p:cNvSpPr/>
              <p:nvPr/>
            </p:nvSpPr>
            <p:spPr>
              <a:xfrm>
                <a:off x="309562" y="5422900"/>
                <a:ext cx="374650" cy="1425575"/>
              </a:xfrm>
              <a:custGeom>
                <a:rect b="b" l="l" r="r" t="t"/>
                <a:pathLst>
                  <a:path extrusionOk="0" h="898" w="236">
                    <a:moveTo>
                      <a:pt x="18" y="898"/>
                    </a:moveTo>
                    <a:lnTo>
                      <a:pt x="0" y="898"/>
                    </a:lnTo>
                    <a:lnTo>
                      <a:pt x="0" y="515"/>
                    </a:lnTo>
                    <a:lnTo>
                      <a:pt x="3" y="512"/>
                    </a:lnTo>
                    <a:lnTo>
                      <a:pt x="221" y="0"/>
                    </a:lnTo>
                    <a:lnTo>
                      <a:pt x="236" y="6"/>
                    </a:lnTo>
                    <a:lnTo>
                      <a:pt x="18" y="518"/>
                    </a:lnTo>
                    <a:lnTo>
                      <a:pt x="18" y="898"/>
                    </a:lnTo>
                    <a:close/>
                  </a:path>
                </a:pathLst>
              </a:custGeom>
              <a:gradFill>
                <a:gsLst>
                  <a:gs pos="0">
                    <a:schemeClr val="lt2"/>
                  </a:gs>
                  <a:gs pos="100000">
                    <a:srgbClr val="3B95DE"/>
                  </a:gs>
                </a:gsLst>
                <a:lin ang="5400000" scaled="0"/>
              </a:gradFill>
              <a:ln>
                <a:noFill/>
              </a:ln>
            </p:spPr>
          </p:sp>
          <p:sp>
            <p:nvSpPr>
              <p:cNvPr id="35" name="Google Shape;35;p20"/>
              <p:cNvSpPr/>
              <p:nvPr/>
            </p:nvSpPr>
            <p:spPr>
              <a:xfrm>
                <a:off x="569912"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3B95DE"/>
                  </a:gs>
                </a:gsLst>
                <a:lin ang="5400000" scaled="0"/>
              </a:gradFill>
              <a:ln>
                <a:noFill/>
              </a:ln>
            </p:spPr>
          </p:sp>
          <p:sp>
            <p:nvSpPr>
              <p:cNvPr id="36" name="Google Shape;36;p20"/>
              <p:cNvSpPr/>
              <p:nvPr/>
            </p:nvSpPr>
            <p:spPr>
              <a:xfrm>
                <a:off x="612775"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0"/>
              <p:cNvSpPr/>
              <p:nvPr/>
            </p:nvSpPr>
            <p:spPr>
              <a:xfrm>
                <a:off x="612775"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0"/>
              <p:cNvSpPr/>
              <p:nvPr/>
            </p:nvSpPr>
            <p:spPr>
              <a:xfrm>
                <a:off x="669925" y="6330950"/>
                <a:ext cx="417513" cy="517525"/>
              </a:xfrm>
              <a:custGeom>
                <a:rect b="b" l="l" r="r" t="t"/>
                <a:pathLst>
                  <a:path extrusionOk="0" h="326" w="263">
                    <a:moveTo>
                      <a:pt x="15" y="326"/>
                    </a:moveTo>
                    <a:lnTo>
                      <a:pt x="0" y="320"/>
                    </a:lnTo>
                    <a:lnTo>
                      <a:pt x="45" y="206"/>
                    </a:lnTo>
                    <a:lnTo>
                      <a:pt x="48" y="206"/>
                    </a:lnTo>
                    <a:lnTo>
                      <a:pt x="254" y="0"/>
                    </a:lnTo>
                    <a:lnTo>
                      <a:pt x="263" y="12"/>
                    </a:lnTo>
                    <a:lnTo>
                      <a:pt x="60" y="215"/>
                    </a:lnTo>
                    <a:lnTo>
                      <a:pt x="15" y="326"/>
                    </a:lnTo>
                    <a:close/>
                  </a:path>
                </a:pathLst>
              </a:custGeom>
              <a:gradFill>
                <a:gsLst>
                  <a:gs pos="0">
                    <a:schemeClr val="lt2"/>
                  </a:gs>
                  <a:gs pos="100000">
                    <a:srgbClr val="3B95DE"/>
                  </a:gs>
                </a:gsLst>
                <a:lin ang="5400000" scaled="0"/>
              </a:gradFill>
              <a:ln>
                <a:noFill/>
              </a:ln>
            </p:spPr>
          </p:sp>
          <p:sp>
            <p:nvSpPr>
              <p:cNvPr id="39" name="Google Shape;39;p20"/>
              <p:cNvSpPr/>
              <p:nvPr/>
            </p:nvSpPr>
            <p:spPr>
              <a:xfrm>
                <a:off x="1049337"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 name="Google Shape;40;p20"/>
            <p:cNvGrpSpPr/>
            <p:nvPr/>
          </p:nvGrpSpPr>
          <p:grpSpPr>
            <a:xfrm>
              <a:off x="11364912" y="0"/>
              <a:ext cx="674688" cy="6848476"/>
              <a:chOff x="11364912" y="0"/>
              <a:chExt cx="674688" cy="6848476"/>
            </a:xfrm>
          </p:grpSpPr>
          <p:sp>
            <p:nvSpPr>
              <p:cNvPr id="41" name="Google Shape;41;p20"/>
              <p:cNvSpPr/>
              <p:nvPr/>
            </p:nvSpPr>
            <p:spPr>
              <a:xfrm>
                <a:off x="11483975" y="0"/>
                <a:ext cx="417513" cy="512763"/>
              </a:xfrm>
              <a:custGeom>
                <a:rect b="b" l="l" r="r" t="t"/>
                <a:pathLst>
                  <a:path extrusionOk="0" h="323" w="263">
                    <a:moveTo>
                      <a:pt x="12" y="323"/>
                    </a:moveTo>
                    <a:lnTo>
                      <a:pt x="0" y="314"/>
                    </a:lnTo>
                    <a:lnTo>
                      <a:pt x="203" y="108"/>
                    </a:lnTo>
                    <a:lnTo>
                      <a:pt x="248" y="0"/>
                    </a:lnTo>
                    <a:lnTo>
                      <a:pt x="263" y="6"/>
                    </a:lnTo>
                    <a:lnTo>
                      <a:pt x="218" y="117"/>
                    </a:lnTo>
                    <a:lnTo>
                      <a:pt x="218" y="117"/>
                    </a:lnTo>
                    <a:lnTo>
                      <a:pt x="12" y="323"/>
                    </a:lnTo>
                    <a:close/>
                  </a:path>
                </a:pathLst>
              </a:custGeom>
              <a:gradFill>
                <a:gsLst>
                  <a:gs pos="0">
                    <a:srgbClr val="82FFFF">
                      <a:alpha val="80000"/>
                    </a:srgbClr>
                  </a:gs>
                  <a:gs pos="100000">
                    <a:srgbClr val="3B95DE">
                      <a:alpha val="60000"/>
                    </a:srgbClr>
                  </a:gs>
                </a:gsLst>
                <a:lin ang="5400000" scaled="0"/>
              </a:gradFill>
              <a:ln>
                <a:noFill/>
              </a:ln>
            </p:spPr>
          </p:sp>
          <p:sp>
            <p:nvSpPr>
              <p:cNvPr id="42" name="Google Shape;42;p20"/>
              <p:cNvSpPr/>
              <p:nvPr/>
            </p:nvSpPr>
            <p:spPr>
              <a:xfrm>
                <a:off x="11364912" y="474663"/>
                <a:ext cx="157163" cy="152400"/>
              </a:xfrm>
              <a:custGeom>
                <a:rect b="b" l="l" r="r" t="t"/>
                <a:pathLst>
                  <a:path extrusionOk="0" h="32" w="33">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a:gsLst>
                  <a:gs pos="0">
                    <a:srgbClr val="82FFFF">
                      <a:alpha val="80000"/>
                    </a:srgbClr>
                  </a:gs>
                  <a:gs pos="100000">
                    <a:srgbClr val="3B95DE">
                      <a:alpha val="60000"/>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0"/>
              <p:cNvSpPr/>
              <p:nvPr/>
            </p:nvSpPr>
            <p:spPr>
              <a:xfrm>
                <a:off x="11631612" y="1539875"/>
                <a:ext cx="188913"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82FFFF">
                      <a:alpha val="80000"/>
                    </a:srgbClr>
                  </a:gs>
                  <a:gs pos="100000">
                    <a:srgbClr val="3B95DE">
                      <a:alpha val="60000"/>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0"/>
              <p:cNvSpPr/>
              <p:nvPr/>
            </p:nvSpPr>
            <p:spPr>
              <a:xfrm>
                <a:off x="11531600" y="5694363"/>
                <a:ext cx="298450" cy="1154113"/>
              </a:xfrm>
              <a:custGeom>
                <a:rect b="b" l="l" r="r" t="t"/>
                <a:pathLst>
                  <a:path extrusionOk="0" h="727" w="188">
                    <a:moveTo>
                      <a:pt x="15" y="727"/>
                    </a:moveTo>
                    <a:lnTo>
                      <a:pt x="0" y="727"/>
                    </a:lnTo>
                    <a:lnTo>
                      <a:pt x="0" y="407"/>
                    </a:lnTo>
                    <a:lnTo>
                      <a:pt x="0" y="407"/>
                    </a:lnTo>
                    <a:lnTo>
                      <a:pt x="176" y="0"/>
                    </a:lnTo>
                    <a:lnTo>
                      <a:pt x="188" y="6"/>
                    </a:lnTo>
                    <a:lnTo>
                      <a:pt x="15" y="410"/>
                    </a:lnTo>
                    <a:lnTo>
                      <a:pt x="15" y="727"/>
                    </a:lnTo>
                    <a:close/>
                  </a:path>
                </a:pathLst>
              </a:custGeom>
              <a:gradFill>
                <a:gsLst>
                  <a:gs pos="0">
                    <a:srgbClr val="82FFFF">
                      <a:alpha val="80000"/>
                    </a:srgbClr>
                  </a:gs>
                  <a:gs pos="100000">
                    <a:srgbClr val="3B95DE">
                      <a:alpha val="60000"/>
                    </a:srgbClr>
                  </a:gs>
                </a:gsLst>
                <a:lin ang="5400000" scaled="0"/>
              </a:gradFill>
              <a:ln>
                <a:noFill/>
              </a:ln>
            </p:spPr>
          </p:sp>
          <p:sp>
            <p:nvSpPr>
              <p:cNvPr id="45" name="Google Shape;45;p20"/>
              <p:cNvSpPr/>
              <p:nvPr/>
            </p:nvSpPr>
            <p:spPr>
              <a:xfrm>
                <a:off x="11772900" y="5551488"/>
                <a:ext cx="157163" cy="155575"/>
              </a:xfrm>
              <a:custGeom>
                <a:rect b="b" l="l" r="r" t="t"/>
                <a:pathLst>
                  <a:path extrusionOk="0" h="33" w="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a:gsLst>
                  <a:gs pos="0">
                    <a:srgbClr val="82FFFF">
                      <a:alpha val="80000"/>
                    </a:srgbClr>
                  </a:gs>
                  <a:gs pos="100000">
                    <a:srgbClr val="3B95DE">
                      <a:alpha val="60000"/>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0"/>
              <p:cNvSpPr/>
              <p:nvPr/>
            </p:nvSpPr>
            <p:spPr>
              <a:xfrm>
                <a:off x="11710987" y="4763"/>
                <a:ext cx="304800" cy="1544638"/>
              </a:xfrm>
              <a:custGeom>
                <a:rect b="b" l="l" r="r" t="t"/>
                <a:pathLst>
                  <a:path extrusionOk="0" h="973" w="192">
                    <a:moveTo>
                      <a:pt x="15" y="973"/>
                    </a:moveTo>
                    <a:lnTo>
                      <a:pt x="0" y="973"/>
                    </a:lnTo>
                    <a:lnTo>
                      <a:pt x="0" y="790"/>
                    </a:lnTo>
                    <a:lnTo>
                      <a:pt x="174" y="614"/>
                    </a:lnTo>
                    <a:lnTo>
                      <a:pt x="174" y="0"/>
                    </a:lnTo>
                    <a:lnTo>
                      <a:pt x="192" y="0"/>
                    </a:lnTo>
                    <a:lnTo>
                      <a:pt x="192" y="620"/>
                    </a:lnTo>
                    <a:lnTo>
                      <a:pt x="15" y="796"/>
                    </a:lnTo>
                    <a:lnTo>
                      <a:pt x="15" y="973"/>
                    </a:lnTo>
                    <a:close/>
                  </a:path>
                </a:pathLst>
              </a:custGeom>
              <a:gradFill>
                <a:gsLst>
                  <a:gs pos="0">
                    <a:srgbClr val="82FFFF">
                      <a:alpha val="80000"/>
                    </a:srgbClr>
                  </a:gs>
                  <a:gs pos="100000">
                    <a:srgbClr val="3B95DE">
                      <a:alpha val="60000"/>
                    </a:srgbClr>
                  </a:gs>
                </a:gsLst>
                <a:lin ang="5400000" scaled="0"/>
              </a:gradFill>
              <a:ln>
                <a:noFill/>
              </a:ln>
            </p:spPr>
          </p:sp>
          <p:sp>
            <p:nvSpPr>
              <p:cNvPr id="47" name="Google Shape;47;p20"/>
              <p:cNvSpPr/>
              <p:nvPr/>
            </p:nvSpPr>
            <p:spPr>
              <a:xfrm>
                <a:off x="11636375" y="4867275"/>
                <a:ext cx="188913"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82FFFF">
                      <a:alpha val="80000"/>
                    </a:srgbClr>
                  </a:gs>
                  <a:gs pos="100000">
                    <a:srgbClr val="3B95DE">
                      <a:alpha val="60000"/>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0"/>
              <p:cNvSpPr/>
              <p:nvPr/>
            </p:nvSpPr>
            <p:spPr>
              <a:xfrm>
                <a:off x="11441112" y="5046663"/>
                <a:ext cx="307975" cy="1801813"/>
              </a:xfrm>
              <a:custGeom>
                <a:rect b="b" l="l" r="r" t="t"/>
                <a:pathLst>
                  <a:path extrusionOk="0" h="1135" w="194">
                    <a:moveTo>
                      <a:pt x="18" y="1135"/>
                    </a:moveTo>
                    <a:lnTo>
                      <a:pt x="0" y="1135"/>
                    </a:lnTo>
                    <a:lnTo>
                      <a:pt x="0" y="354"/>
                    </a:lnTo>
                    <a:lnTo>
                      <a:pt x="176" y="177"/>
                    </a:lnTo>
                    <a:lnTo>
                      <a:pt x="176" y="0"/>
                    </a:lnTo>
                    <a:lnTo>
                      <a:pt x="194" y="0"/>
                    </a:lnTo>
                    <a:lnTo>
                      <a:pt x="194" y="183"/>
                    </a:lnTo>
                    <a:lnTo>
                      <a:pt x="18" y="360"/>
                    </a:lnTo>
                    <a:lnTo>
                      <a:pt x="18" y="1135"/>
                    </a:lnTo>
                    <a:close/>
                  </a:path>
                </a:pathLst>
              </a:custGeom>
              <a:gradFill>
                <a:gsLst>
                  <a:gs pos="0">
                    <a:srgbClr val="82FFFF">
                      <a:alpha val="80000"/>
                    </a:srgbClr>
                  </a:gs>
                  <a:gs pos="100000">
                    <a:srgbClr val="3B95DE">
                      <a:alpha val="60000"/>
                    </a:srgbClr>
                  </a:gs>
                </a:gsLst>
                <a:lin ang="5400000" scaled="0"/>
              </a:gradFill>
              <a:ln>
                <a:noFill/>
              </a:ln>
            </p:spPr>
          </p:sp>
          <p:sp>
            <p:nvSpPr>
              <p:cNvPr id="49" name="Google Shape;49;p20"/>
              <p:cNvSpPr/>
              <p:nvPr/>
            </p:nvSpPr>
            <p:spPr>
              <a:xfrm>
                <a:off x="11849100" y="64166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rgbClr val="82FFFF">
                      <a:alpha val="80000"/>
                    </a:srgbClr>
                  </a:gs>
                  <a:gs pos="100000">
                    <a:srgbClr val="3B95DE">
                      <a:alpha val="60000"/>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0"/>
              <p:cNvSpPr/>
              <p:nvPr/>
            </p:nvSpPr>
            <p:spPr>
              <a:xfrm>
                <a:off x="11939587" y="6596063"/>
                <a:ext cx="23813" cy="252413"/>
              </a:xfrm>
              <a:prstGeom prst="rect">
                <a:avLst/>
              </a:prstGeom>
              <a:gradFill>
                <a:gsLst>
                  <a:gs pos="0">
                    <a:srgbClr val="82FFFF">
                      <a:alpha val="80000"/>
                    </a:srgbClr>
                  </a:gs>
                  <a:gs pos="100000">
                    <a:srgbClr val="3B95DE">
                      <a:alpha val="60000"/>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1" name="Google Shape;51;p20"/>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3600"/>
              <a:buFont typeface="Twentieth Century"/>
              <a:buNone/>
              <a:defRPr b="0" i="0" sz="3600" u="none" cap="none" strike="noStrike">
                <a:solidFill>
                  <a:schemeClr val="lt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20"/>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lvl1pPr indent="-419100" lvl="0" marL="457200" marR="0" rtl="0" algn="l">
              <a:lnSpc>
                <a:spcPct val="120000"/>
              </a:lnSpc>
              <a:spcBef>
                <a:spcPts val="1000"/>
              </a:spcBef>
              <a:spcAft>
                <a:spcPts val="0"/>
              </a:spcAft>
              <a:buClr>
                <a:schemeClr val="lt1"/>
              </a:buClr>
              <a:buSzPts val="3000"/>
              <a:buFont typeface="Arial"/>
              <a:buChar char="•"/>
              <a:defRPr b="0" i="0" sz="2400" u="none" cap="none" strike="noStrike">
                <a:solidFill>
                  <a:schemeClr val="lt1"/>
                </a:solidFill>
                <a:latin typeface="Twentieth Century"/>
                <a:ea typeface="Twentieth Century"/>
                <a:cs typeface="Twentieth Century"/>
                <a:sym typeface="Twentieth Century"/>
              </a:defRPr>
            </a:lvl1pPr>
            <a:lvl2pPr indent="-387350" lvl="1" marL="914400" marR="0" rtl="0" algn="l">
              <a:lnSpc>
                <a:spcPct val="120000"/>
              </a:lnSpc>
              <a:spcBef>
                <a:spcPts val="500"/>
              </a:spcBef>
              <a:spcAft>
                <a:spcPts val="0"/>
              </a:spcAft>
              <a:buClr>
                <a:schemeClr val="lt1"/>
              </a:buClr>
              <a:buSzPts val="2500"/>
              <a:buFont typeface="Arial"/>
              <a:buChar char="•"/>
              <a:defRPr b="0" i="0" sz="2000" u="none" cap="none" strike="noStrike">
                <a:solidFill>
                  <a:schemeClr val="lt1"/>
                </a:solidFill>
                <a:latin typeface="Twentieth Century"/>
                <a:ea typeface="Twentieth Century"/>
                <a:cs typeface="Twentieth Century"/>
                <a:sym typeface="Twentieth Century"/>
              </a:defRPr>
            </a:lvl2pPr>
            <a:lvl3pPr indent="-371475" lvl="2" marL="1371600" marR="0" rtl="0" algn="l">
              <a:lnSpc>
                <a:spcPct val="120000"/>
              </a:lnSpc>
              <a:spcBef>
                <a:spcPts val="500"/>
              </a:spcBef>
              <a:spcAft>
                <a:spcPts val="0"/>
              </a:spcAft>
              <a:buClr>
                <a:schemeClr val="lt1"/>
              </a:buClr>
              <a:buSzPts val="2250"/>
              <a:buFont typeface="Arial"/>
              <a:buChar char="•"/>
              <a:defRPr b="0" i="0" sz="1800" u="none" cap="none" strike="noStrike">
                <a:solidFill>
                  <a:schemeClr val="lt1"/>
                </a:solidFill>
                <a:latin typeface="Twentieth Century"/>
                <a:ea typeface="Twentieth Century"/>
                <a:cs typeface="Twentieth Century"/>
                <a:sym typeface="Twentieth Century"/>
              </a:defRPr>
            </a:lvl3pPr>
            <a:lvl4pPr indent="-355600" lvl="3" marL="1828800" marR="0" rtl="0" algn="l">
              <a:lnSpc>
                <a:spcPct val="120000"/>
              </a:lnSpc>
              <a:spcBef>
                <a:spcPts val="500"/>
              </a:spcBef>
              <a:spcAft>
                <a:spcPts val="0"/>
              </a:spcAft>
              <a:buClr>
                <a:schemeClr val="lt1"/>
              </a:buClr>
              <a:buSzPts val="2000"/>
              <a:buFont typeface="Arial"/>
              <a:buChar char="•"/>
              <a:defRPr b="0" i="0" sz="1600" u="none" cap="none" strike="noStrike">
                <a:solidFill>
                  <a:schemeClr val="lt1"/>
                </a:solidFill>
                <a:latin typeface="Twentieth Century"/>
                <a:ea typeface="Twentieth Century"/>
                <a:cs typeface="Twentieth Century"/>
                <a:sym typeface="Twentieth Century"/>
              </a:defRPr>
            </a:lvl4pPr>
            <a:lvl5pPr indent="-355600" lvl="4" marL="2286000" marR="0" rtl="0" algn="l">
              <a:lnSpc>
                <a:spcPct val="120000"/>
              </a:lnSpc>
              <a:spcBef>
                <a:spcPts val="500"/>
              </a:spcBef>
              <a:spcAft>
                <a:spcPts val="0"/>
              </a:spcAft>
              <a:buClr>
                <a:schemeClr val="lt1"/>
              </a:buClr>
              <a:buSzPts val="2000"/>
              <a:buFont typeface="Arial"/>
              <a:buChar char="•"/>
              <a:defRPr b="0" i="0" sz="1600" u="none" cap="none" strike="noStrike">
                <a:solidFill>
                  <a:schemeClr val="lt1"/>
                </a:solidFill>
                <a:latin typeface="Twentieth Century"/>
                <a:ea typeface="Twentieth Century"/>
                <a:cs typeface="Twentieth Century"/>
                <a:sym typeface="Twentieth Century"/>
              </a:defRPr>
            </a:lvl5pPr>
            <a:lvl6pPr indent="-339725" lvl="5" marL="2743200" marR="0" rtl="0" algn="l">
              <a:lnSpc>
                <a:spcPct val="120000"/>
              </a:lnSpc>
              <a:spcBef>
                <a:spcPts val="500"/>
              </a:spcBef>
              <a:spcAft>
                <a:spcPts val="0"/>
              </a:spcAft>
              <a:buClr>
                <a:schemeClr val="lt1"/>
              </a:buClr>
              <a:buSzPts val="1750"/>
              <a:buFont typeface="Arial"/>
              <a:buChar char="•"/>
              <a:defRPr b="0" i="0" sz="1400" u="none" cap="none" strike="noStrike">
                <a:solidFill>
                  <a:schemeClr val="lt1"/>
                </a:solidFill>
                <a:latin typeface="Twentieth Century"/>
                <a:ea typeface="Twentieth Century"/>
                <a:cs typeface="Twentieth Century"/>
                <a:sym typeface="Twentieth Century"/>
              </a:defRPr>
            </a:lvl6pPr>
            <a:lvl7pPr indent="-339725" lvl="6" marL="3200400" marR="0" rtl="0" algn="l">
              <a:lnSpc>
                <a:spcPct val="120000"/>
              </a:lnSpc>
              <a:spcBef>
                <a:spcPts val="500"/>
              </a:spcBef>
              <a:spcAft>
                <a:spcPts val="0"/>
              </a:spcAft>
              <a:buClr>
                <a:schemeClr val="lt1"/>
              </a:buClr>
              <a:buSzPts val="1750"/>
              <a:buFont typeface="Arial"/>
              <a:buChar char="•"/>
              <a:defRPr b="0" i="0" sz="1400" u="none" cap="none" strike="noStrike">
                <a:solidFill>
                  <a:schemeClr val="lt1"/>
                </a:solidFill>
                <a:latin typeface="Twentieth Century"/>
                <a:ea typeface="Twentieth Century"/>
                <a:cs typeface="Twentieth Century"/>
                <a:sym typeface="Twentieth Century"/>
              </a:defRPr>
            </a:lvl7pPr>
            <a:lvl8pPr indent="-339725" lvl="7" marL="3657600" marR="0" rtl="0" algn="l">
              <a:lnSpc>
                <a:spcPct val="120000"/>
              </a:lnSpc>
              <a:spcBef>
                <a:spcPts val="500"/>
              </a:spcBef>
              <a:spcAft>
                <a:spcPts val="0"/>
              </a:spcAft>
              <a:buClr>
                <a:schemeClr val="lt1"/>
              </a:buClr>
              <a:buSzPts val="1750"/>
              <a:buFont typeface="Arial"/>
              <a:buChar char="•"/>
              <a:defRPr b="0" i="0" sz="1400" u="none" cap="none" strike="noStrike">
                <a:solidFill>
                  <a:schemeClr val="lt1"/>
                </a:solidFill>
                <a:latin typeface="Twentieth Century"/>
                <a:ea typeface="Twentieth Century"/>
                <a:cs typeface="Twentieth Century"/>
                <a:sym typeface="Twentieth Century"/>
              </a:defRPr>
            </a:lvl8pPr>
            <a:lvl9pPr indent="-339725" lvl="8" marL="4114800" marR="0" rtl="0" algn="l">
              <a:lnSpc>
                <a:spcPct val="120000"/>
              </a:lnSpc>
              <a:spcBef>
                <a:spcPts val="500"/>
              </a:spcBef>
              <a:spcAft>
                <a:spcPts val="0"/>
              </a:spcAft>
              <a:buClr>
                <a:schemeClr val="lt1"/>
              </a:buClr>
              <a:buSzPts val="1750"/>
              <a:buFont typeface="Arial"/>
              <a:buChar char="•"/>
              <a:defRPr b="0" i="0" sz="1400" u="none" cap="none" strike="noStrike">
                <a:solidFill>
                  <a:schemeClr val="lt1"/>
                </a:solidFill>
                <a:latin typeface="Twentieth Century"/>
                <a:ea typeface="Twentieth Century"/>
                <a:cs typeface="Twentieth Century"/>
                <a:sym typeface="Twentieth Century"/>
              </a:defRPr>
            </a:lvl9pPr>
          </a:lstStyle>
          <a:p/>
        </p:txBody>
      </p:sp>
      <p:sp>
        <p:nvSpPr>
          <p:cNvPr id="53" name="Google Shape;53;p20"/>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9pPr>
          </a:lstStyle>
          <a:p/>
        </p:txBody>
      </p:sp>
      <p:sp>
        <p:nvSpPr>
          <p:cNvPr id="54" name="Google Shape;54;p20"/>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wentieth Century"/>
                <a:ea typeface="Twentieth Century"/>
                <a:cs typeface="Twentieth Century"/>
                <a:sym typeface="Twentieth Century"/>
              </a:defRPr>
            </a:lvl9pPr>
          </a:lstStyle>
          <a:p/>
        </p:txBody>
      </p:sp>
      <p:sp>
        <p:nvSpPr>
          <p:cNvPr id="55" name="Google Shape;55;p20"/>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4.jp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6.jpg"/><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0.jpg"/><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
          <p:cNvSpPr txBox="1"/>
          <p:nvPr>
            <p:ph type="ctrTitle"/>
          </p:nvPr>
        </p:nvSpPr>
        <p:spPr>
          <a:xfrm>
            <a:off x="1966958" y="1138340"/>
            <a:ext cx="8791575" cy="9237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ts val="990"/>
              <a:buFont typeface="Arial"/>
              <a:buNone/>
            </a:pPr>
            <a:r>
              <a:rPr b="1" lang="fr-FR"/>
              <a:t>COMPTE RENDU DE LA SEMAINE 3</a:t>
            </a:r>
            <a:endParaRPr b="1"/>
          </a:p>
          <a:p>
            <a:pPr indent="0" lvl="0" marL="0" rtl="0" algn="l">
              <a:spcBef>
                <a:spcPts val="0"/>
              </a:spcBef>
              <a:spcAft>
                <a:spcPts val="0"/>
              </a:spcAft>
              <a:buClr>
                <a:schemeClr val="dk1"/>
              </a:buClr>
              <a:buSzPts val="990"/>
              <a:buFont typeface="Arial"/>
              <a:buNone/>
            </a:pPr>
            <a:r>
              <a:t/>
            </a:r>
            <a:endParaRPr b="1"/>
          </a:p>
          <a:p>
            <a:pPr indent="0" lvl="0" marL="0" rtl="0" algn="l">
              <a:lnSpc>
                <a:spcPct val="90000"/>
              </a:lnSpc>
              <a:spcBef>
                <a:spcPts val="0"/>
              </a:spcBef>
              <a:spcAft>
                <a:spcPts val="0"/>
              </a:spcAft>
              <a:buClr>
                <a:schemeClr val="lt1"/>
              </a:buClr>
              <a:buSzPct val="100000"/>
              <a:buFont typeface="Twentieth Century"/>
              <a:buNone/>
            </a:pPr>
            <a:r>
              <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
          <p:cNvSpPr txBox="1"/>
          <p:nvPr>
            <p:ph type="title"/>
          </p:nvPr>
        </p:nvSpPr>
        <p:spPr>
          <a:xfrm>
            <a:off x="1141413" y="618518"/>
            <a:ext cx="9905998" cy="64896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wentieth Century"/>
              <a:buNone/>
            </a:pPr>
            <a:r>
              <a:rPr b="1" lang="fr-FR"/>
              <a:t>OBJECTIFS DE LA SEMAINE</a:t>
            </a:r>
            <a:endParaRPr b="1"/>
          </a:p>
        </p:txBody>
      </p:sp>
      <p:sp>
        <p:nvSpPr>
          <p:cNvPr id="245" name="Google Shape;245;p2"/>
          <p:cNvSpPr txBox="1"/>
          <p:nvPr>
            <p:ph idx="1" type="body"/>
          </p:nvPr>
        </p:nvSpPr>
        <p:spPr>
          <a:xfrm>
            <a:off x="1141410" y="2249486"/>
            <a:ext cx="4878389"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3000"/>
              <a:buChar char="•"/>
            </a:pPr>
            <a:r>
              <a:rPr lang="fr-FR"/>
              <a:t>Prise en main des données brutes du LiDAR Ouster (fichiers .pcap et .json)</a:t>
            </a:r>
            <a:endParaRPr/>
          </a:p>
          <a:p>
            <a:pPr indent="-228600" lvl="0" marL="228600" rtl="0" algn="l">
              <a:lnSpc>
                <a:spcPct val="120000"/>
              </a:lnSpc>
              <a:spcBef>
                <a:spcPts val="1000"/>
              </a:spcBef>
              <a:spcAft>
                <a:spcPts val="0"/>
              </a:spcAft>
              <a:buClr>
                <a:schemeClr val="lt1"/>
              </a:buClr>
              <a:buSzPts val="3000"/>
              <a:buChar char="•"/>
            </a:pPr>
            <a:r>
              <a:rPr lang="fr-FR"/>
              <a:t>Caractérisation de l'erreur du capteur (bruit de mesure) en environnement statique (Frame 1 =/ Frame 500)</a:t>
            </a:r>
            <a:endParaRPr/>
          </a:p>
          <a:p>
            <a:pPr indent="-38100" lvl="0" marL="228600" rtl="0" algn="l">
              <a:lnSpc>
                <a:spcPct val="120000"/>
              </a:lnSpc>
              <a:spcBef>
                <a:spcPts val="1000"/>
              </a:spcBef>
              <a:spcAft>
                <a:spcPts val="0"/>
              </a:spcAft>
              <a:buClr>
                <a:schemeClr val="lt1"/>
              </a:buClr>
              <a:buSzPts val="3000"/>
              <a:buNone/>
            </a:pPr>
            <a:r>
              <a:t/>
            </a:r>
            <a:endParaRPr/>
          </a:p>
        </p:txBody>
      </p:sp>
      <p:sp>
        <p:nvSpPr>
          <p:cNvPr id="246" name="Google Shape;246;p2"/>
          <p:cNvSpPr txBox="1"/>
          <p:nvPr>
            <p:ph idx="2" type="body"/>
          </p:nvPr>
        </p:nvSpPr>
        <p:spPr>
          <a:xfrm>
            <a:off x="6172200" y="2249486"/>
            <a:ext cx="4875211"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3000"/>
              <a:buChar char="•"/>
            </a:pPr>
            <a:r>
              <a:rPr lang="fr-FR"/>
              <a:t>Développement d'un algorithme de redressement du nuage de points pour compenser le roulis (roll) et le tangage (pitch) calibré le repère du lidar au repère monde </a:t>
            </a:r>
            <a:endParaRPr/>
          </a:p>
          <a:p>
            <a:pPr indent="-228600" lvl="0" marL="228600" rtl="0" algn="l">
              <a:lnSpc>
                <a:spcPct val="120000"/>
              </a:lnSpc>
              <a:spcBef>
                <a:spcPts val="1000"/>
              </a:spcBef>
              <a:spcAft>
                <a:spcPts val="0"/>
              </a:spcAft>
              <a:buClr>
                <a:schemeClr val="lt1"/>
              </a:buClr>
              <a:buSzPts val="3000"/>
              <a:buChar char="•"/>
            </a:pPr>
            <a:r>
              <a:rPr lang="fr-FR"/>
              <a:t>Exploration des données de réflectivité (intensité)</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
          <p:cNvSpPr txBox="1"/>
          <p:nvPr>
            <p:ph type="title"/>
          </p:nvPr>
        </p:nvSpPr>
        <p:spPr>
          <a:xfrm>
            <a:off x="1143001" y="111137"/>
            <a:ext cx="9905998" cy="402416"/>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400"/>
              <a:buFont typeface="Twentieth Century"/>
              <a:buNone/>
            </a:pPr>
            <a:r>
              <a:rPr lang="fr-FR" sz="2400"/>
              <a:t>PROBLÉMATIQUE : DÉTERMINER L'INCERTITUDE DU TÉLÉMÈTRE LASER </a:t>
            </a:r>
            <a:endParaRPr sz="2400"/>
          </a:p>
        </p:txBody>
      </p:sp>
      <p:sp>
        <p:nvSpPr>
          <p:cNvPr id="253" name="Google Shape;253;p3"/>
          <p:cNvSpPr txBox="1"/>
          <p:nvPr/>
        </p:nvSpPr>
        <p:spPr>
          <a:xfrm>
            <a:off x="1240209" y="1059850"/>
            <a:ext cx="86472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lt1"/>
                </a:solidFill>
                <a:latin typeface="Twentieth Century"/>
                <a:ea typeface="Twentieth Century"/>
                <a:cs typeface="Twentieth Century"/>
                <a:sym typeface="Twentieth Century"/>
              </a:rPr>
              <a:t>La première étude  s'est concentrée sur des pixels fixes (élévation et azimut constants) sur plusieurs centaines de frames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lt1"/>
                </a:solidFill>
                <a:latin typeface="Twentieth Century"/>
                <a:ea typeface="Twentieth Century"/>
                <a:cs typeface="Twentieth Century"/>
                <a:sym typeface="Twentieth Century"/>
              </a:rPr>
              <a:t>Calculs : Extraction de l'historique de distance d'un rayon ciblé pour calculer la Moyenne (vraie distance), la Variance et l'Écart-type (marge d'erreur) avec la distance radiale ( sqrt( x^2+y^2+z^2))</a:t>
            </a:r>
            <a:endParaRPr b="1" i="0" sz="2400" u="none" cap="none" strike="noStrike">
              <a:solidFill>
                <a:schemeClr val="lt1"/>
              </a:solidFill>
              <a:latin typeface="Twentieth Century"/>
              <a:ea typeface="Twentieth Century"/>
              <a:cs typeface="Twentieth Century"/>
              <a:sym typeface="Twentieth Century"/>
            </a:endParaRPr>
          </a:p>
        </p:txBody>
      </p:sp>
      <p:sp>
        <p:nvSpPr>
          <p:cNvPr id="254" name="Google Shape;254;p3"/>
          <p:cNvSpPr txBox="1"/>
          <p:nvPr/>
        </p:nvSpPr>
        <p:spPr>
          <a:xfrm>
            <a:off x="1240200" y="3545600"/>
            <a:ext cx="102603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lt1"/>
                </a:solidFill>
                <a:latin typeface="Twentieth Century"/>
                <a:ea typeface="Twentieth Century"/>
                <a:cs typeface="Twentieth Century"/>
                <a:sym typeface="Twentieth Century"/>
              </a:rPr>
              <a:t>La deuxième étude s’est concentrée sur les pixels fixes mais cette fois avec les données brute du lidar qui se trouve dans le range </a:t>
            </a:r>
            <a:endParaRPr b="1" i="0" sz="24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4" title="Preuve visuelle de la cible (90,780).png"/>
          <p:cNvPicPr preferRelativeResize="0"/>
          <p:nvPr/>
        </p:nvPicPr>
        <p:blipFill rotWithShape="1">
          <a:blip r:embed="rId3">
            <a:alphaModFix/>
          </a:blip>
          <a:srcRect b="4636" l="0" r="0" t="4636"/>
          <a:stretch/>
        </p:blipFill>
        <p:spPr>
          <a:xfrm>
            <a:off x="1092450" y="811825"/>
            <a:ext cx="10302548" cy="5727375"/>
          </a:xfrm>
          <a:prstGeom prst="rect">
            <a:avLst/>
          </a:prstGeom>
          <a:noFill/>
          <a:ln>
            <a:noFill/>
          </a:ln>
        </p:spPr>
      </p:pic>
      <p:sp>
        <p:nvSpPr>
          <p:cNvPr id="260" name="Google Shape;260;p4"/>
          <p:cNvSpPr txBox="1"/>
          <p:nvPr/>
        </p:nvSpPr>
        <p:spPr>
          <a:xfrm>
            <a:off x="4684502" y="260474"/>
            <a:ext cx="2823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fr-FR" sz="2200" u="none" cap="none" strike="noStrike">
                <a:solidFill>
                  <a:schemeClr val="lt1"/>
                </a:solidFill>
                <a:latin typeface="Twentieth Century"/>
                <a:ea typeface="Twentieth Century"/>
                <a:cs typeface="Twentieth Century"/>
                <a:sym typeface="Twentieth Century"/>
              </a:rPr>
              <a:t>Le pixel (90,780)</a:t>
            </a:r>
            <a:endParaRPr b="1" i="0" sz="22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5"/>
          <p:cNvSpPr txBox="1"/>
          <p:nvPr/>
        </p:nvSpPr>
        <p:spPr>
          <a:xfrm>
            <a:off x="567625" y="0"/>
            <a:ext cx="10730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fr-FR" sz="2400" u="none" cap="none" strike="noStrike">
                <a:solidFill>
                  <a:schemeClr val="lt1"/>
                </a:solidFill>
                <a:latin typeface="Twentieth Century"/>
                <a:ea typeface="Twentieth Century"/>
                <a:cs typeface="Twentieth Century"/>
                <a:sym typeface="Twentieth Century"/>
              </a:rPr>
              <a:t>Les résultats du pixel (90,780) pour les deux méthodes </a:t>
            </a:r>
            <a:endParaRPr b="0" i="0" sz="2400" u="none" cap="none" strike="noStrike">
              <a:solidFill>
                <a:schemeClr val="lt1"/>
              </a:solidFill>
              <a:latin typeface="Twentieth Century"/>
              <a:ea typeface="Twentieth Century"/>
              <a:cs typeface="Twentieth Century"/>
              <a:sym typeface="Twentieth Century"/>
            </a:endParaRPr>
          </a:p>
        </p:txBody>
      </p:sp>
      <p:pic>
        <p:nvPicPr>
          <p:cNvPr id="266" name="Google Shape;266;p5" title="histograme des deux methodes xyz brute.png"/>
          <p:cNvPicPr preferRelativeResize="0"/>
          <p:nvPr/>
        </p:nvPicPr>
        <p:blipFill rotWithShape="1">
          <a:blip r:embed="rId3">
            <a:alphaModFix/>
          </a:blip>
          <a:srcRect b="0" l="0" r="0" t="0"/>
          <a:stretch/>
        </p:blipFill>
        <p:spPr>
          <a:xfrm>
            <a:off x="196325" y="461700"/>
            <a:ext cx="11799326" cy="6291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6"/>
          <p:cNvPicPr preferRelativeResize="0"/>
          <p:nvPr/>
        </p:nvPicPr>
        <p:blipFill rotWithShape="1">
          <a:blip r:embed="rId3">
            <a:alphaModFix/>
          </a:blip>
          <a:srcRect b="0" l="0" r="0" t="0"/>
          <a:stretch/>
        </p:blipFill>
        <p:spPr>
          <a:xfrm>
            <a:off x="5652200" y="276037"/>
            <a:ext cx="3947400" cy="6150424"/>
          </a:xfrm>
          <a:prstGeom prst="rect">
            <a:avLst/>
          </a:prstGeom>
          <a:noFill/>
          <a:ln>
            <a:noFill/>
          </a:ln>
        </p:spPr>
      </p:pic>
      <p:sp>
        <p:nvSpPr>
          <p:cNvPr id="272" name="Google Shape;272;p6"/>
          <p:cNvSpPr txBox="1"/>
          <p:nvPr/>
        </p:nvSpPr>
        <p:spPr>
          <a:xfrm>
            <a:off x="898075" y="1093575"/>
            <a:ext cx="4625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lt1"/>
                </a:solidFill>
                <a:latin typeface="Twentieth Century"/>
                <a:ea typeface="Twentieth Century"/>
                <a:cs typeface="Twentieth Century"/>
                <a:sym typeface="Twentieth Century"/>
              </a:rPr>
              <a:t>L’acquisition prise dans les testes </a:t>
            </a:r>
            <a:endParaRPr b="1" i="0" sz="2400" u="none" cap="none" strike="noStrike">
              <a:solidFill>
                <a:schemeClr val="lt1"/>
              </a:solidFill>
              <a:latin typeface="Twentieth Century"/>
              <a:ea typeface="Twentieth Century"/>
              <a:cs typeface="Twentieth Century"/>
              <a:sym typeface="Twentieth Century"/>
            </a:endParaRPr>
          </a:p>
        </p:txBody>
      </p:sp>
      <p:sp>
        <p:nvSpPr>
          <p:cNvPr id="273" name="Google Shape;273;p6"/>
          <p:cNvSpPr txBox="1"/>
          <p:nvPr/>
        </p:nvSpPr>
        <p:spPr>
          <a:xfrm>
            <a:off x="1111900" y="2704738"/>
            <a:ext cx="39474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lt1"/>
                </a:solidFill>
                <a:latin typeface="Twentieth Century"/>
                <a:ea typeface="Twentieth Century"/>
                <a:cs typeface="Twentieth Century"/>
                <a:sym typeface="Twentieth Century"/>
              </a:rPr>
              <a:t>5 min plus de 3100 Frames avec une résolution de 1024 et frequence de 10 Hz  </a:t>
            </a:r>
            <a:endParaRPr b="1" i="0" sz="24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7"/>
          <p:cNvSpPr txBox="1"/>
          <p:nvPr/>
        </p:nvSpPr>
        <p:spPr>
          <a:xfrm>
            <a:off x="4794502" y="0"/>
            <a:ext cx="2021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fr-FR" sz="2800" u="none" cap="none" strike="noStrike">
                <a:solidFill>
                  <a:schemeClr val="lt1"/>
                </a:solidFill>
                <a:latin typeface="Arial"/>
                <a:ea typeface="Arial"/>
                <a:cs typeface="Arial"/>
                <a:sym typeface="Arial"/>
              </a:rPr>
              <a:t>Bilan : </a:t>
            </a:r>
            <a:endParaRPr b="1" i="0" sz="2800" u="none" cap="none" strike="noStrike">
              <a:solidFill>
                <a:schemeClr val="lt1"/>
              </a:solidFill>
              <a:latin typeface="Arial"/>
              <a:ea typeface="Arial"/>
              <a:cs typeface="Arial"/>
              <a:sym typeface="Arial"/>
            </a:endParaRPr>
          </a:p>
        </p:txBody>
      </p:sp>
      <p:sp>
        <p:nvSpPr>
          <p:cNvPr id="279" name="Google Shape;279;p7"/>
          <p:cNvSpPr txBox="1"/>
          <p:nvPr/>
        </p:nvSpPr>
        <p:spPr>
          <a:xfrm>
            <a:off x="411150" y="767099"/>
            <a:ext cx="11369700" cy="2678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2400"/>
              <a:buFont typeface="Arial"/>
              <a:buChar char="•"/>
            </a:pPr>
            <a:r>
              <a:rPr b="1" i="0" lang="fr-FR" sz="2400" u="none" cap="none" strike="noStrike">
                <a:solidFill>
                  <a:schemeClr val="lt1"/>
                </a:solidFill>
                <a:latin typeface="Arial"/>
                <a:ea typeface="Arial"/>
                <a:cs typeface="Arial"/>
                <a:sym typeface="Arial"/>
              </a:rPr>
              <a:t>Le bruit du capteur suit une distribution parfaitement Gaussienne</a:t>
            </a:r>
            <a:endParaRPr b="1"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2400"/>
              <a:buFont typeface="Arial"/>
              <a:buChar char="•"/>
            </a:pPr>
            <a:r>
              <a:rPr b="1" i="0" lang="fr-FR" sz="2400" u="none" cap="none" strike="noStrike">
                <a:solidFill>
                  <a:schemeClr val="lt1"/>
                </a:solidFill>
                <a:latin typeface="Arial"/>
                <a:ea typeface="Arial"/>
                <a:cs typeface="Arial"/>
                <a:sym typeface="Arial"/>
              </a:rPr>
              <a:t>Constatation physique : L'écart-type n'est pas constant, il varie selon la distance et le matériau percuté par le laser</a:t>
            </a:r>
            <a:endParaRPr b="1"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2400"/>
              <a:buFont typeface="Arial"/>
              <a:buChar char="•"/>
            </a:pPr>
            <a:r>
              <a:rPr b="1" i="0" lang="fr-FR" sz="2400" u="none" cap="none" strike="noStrike">
                <a:solidFill>
                  <a:schemeClr val="lt1"/>
                </a:solidFill>
                <a:latin typeface="Arial"/>
                <a:ea typeface="Arial"/>
                <a:cs typeface="Arial"/>
                <a:sym typeface="Arial"/>
              </a:rPr>
              <a:t>Donc même dans un environnement rigoureusement statique (aucun mouvement), la Frame 1 n'est jamais strictement égale à la Frame 500. Le capteur LiDAR hésite en permanence à cause de la dispersion du laser et de l'électronique interne</a:t>
            </a:r>
            <a:endParaRPr b="1" i="0" sz="2400" u="none" cap="none" strike="noStrike">
              <a:solidFill>
                <a:schemeClr val="lt1"/>
              </a:solidFill>
              <a:latin typeface="Arial"/>
              <a:ea typeface="Arial"/>
              <a:cs typeface="Arial"/>
              <a:sym typeface="Arial"/>
            </a:endParaRPr>
          </a:p>
        </p:txBody>
      </p:sp>
      <p:sp>
        <p:nvSpPr>
          <p:cNvPr id="280" name="Google Shape;280;p7"/>
          <p:cNvSpPr txBox="1"/>
          <p:nvPr/>
        </p:nvSpPr>
        <p:spPr>
          <a:xfrm>
            <a:off x="675050" y="3895525"/>
            <a:ext cx="10260300" cy="18285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chemeClr val="lt1"/>
              </a:buClr>
              <a:buSzPts val="2400"/>
              <a:buFont typeface="Arial"/>
              <a:buChar char="●"/>
            </a:pPr>
            <a:r>
              <a:rPr b="1" i="0" lang="fr-FR" sz="2400" u="none" cap="none" strike="noStrike">
                <a:solidFill>
                  <a:schemeClr val="lt1"/>
                </a:solidFill>
                <a:latin typeface="Arial"/>
                <a:ea typeface="Arial"/>
                <a:cs typeface="Arial"/>
                <a:sym typeface="Arial"/>
              </a:rPr>
              <a:t>Précision validée : Écart-type strictement identique (7,5 mm) entre la donnée brute rho et la distance calculée (XYZ)</a:t>
            </a:r>
            <a:endParaRPr b="1" i="0" sz="2400" u="none" cap="none" strike="noStrike">
              <a:solidFill>
                <a:schemeClr val="lt1"/>
              </a:solidFill>
              <a:latin typeface="Arial"/>
              <a:ea typeface="Arial"/>
              <a:cs typeface="Arial"/>
              <a:sym typeface="Arial"/>
            </a:endParaRPr>
          </a:p>
          <a:p>
            <a:pPr indent="-381000" lvl="0" marL="457200" marR="0" rtl="0" algn="l">
              <a:lnSpc>
                <a:spcPct val="115000"/>
              </a:lnSpc>
              <a:spcBef>
                <a:spcPts val="0"/>
              </a:spcBef>
              <a:spcAft>
                <a:spcPts val="0"/>
              </a:spcAft>
              <a:buClr>
                <a:schemeClr val="lt1"/>
              </a:buClr>
              <a:buSzPts val="2400"/>
              <a:buFont typeface="Arial"/>
              <a:buChar char="●"/>
            </a:pPr>
            <a:r>
              <a:rPr b="1" i="0" lang="fr-FR" sz="2400" u="none" cap="none" strike="noStrike">
                <a:solidFill>
                  <a:schemeClr val="lt1"/>
                </a:solidFill>
                <a:latin typeface="Arial"/>
                <a:ea typeface="Arial"/>
                <a:cs typeface="Arial"/>
                <a:sym typeface="Arial"/>
              </a:rPr>
              <a:t>Validation de la méthode : La conversion cartésienne de MATLAB n'ajoute plus au moin aucun bruit mathématique au signal natif</a:t>
            </a:r>
            <a:endParaRPr b="1" i="0" sz="24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8"/>
          <p:cNvSpPr txBox="1"/>
          <p:nvPr/>
        </p:nvSpPr>
        <p:spPr>
          <a:xfrm>
            <a:off x="3849860" y="190122"/>
            <a:ext cx="4973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lt1"/>
                </a:solidFill>
                <a:latin typeface="Twentieth Century"/>
                <a:ea typeface="Twentieth Century"/>
                <a:cs typeface="Twentieth Century"/>
                <a:sym typeface="Twentieth Century"/>
              </a:rPr>
              <a:t>Calibration du repère et sa validation</a:t>
            </a:r>
            <a:endParaRPr b="0" i="0" sz="1400" u="none" cap="none" strike="noStrike">
              <a:solidFill>
                <a:srgbClr val="000000"/>
              </a:solidFill>
              <a:latin typeface="Arial"/>
              <a:ea typeface="Arial"/>
              <a:cs typeface="Arial"/>
              <a:sym typeface="Arial"/>
            </a:endParaRPr>
          </a:p>
        </p:txBody>
      </p:sp>
      <p:pic>
        <p:nvPicPr>
          <p:cNvPr id="286" name="Google Shape;286;p8"/>
          <p:cNvPicPr preferRelativeResize="0"/>
          <p:nvPr/>
        </p:nvPicPr>
        <p:blipFill rotWithShape="1">
          <a:blip r:embed="rId3">
            <a:alphaModFix/>
          </a:blip>
          <a:srcRect b="0" l="0" r="0" t="0"/>
          <a:stretch/>
        </p:blipFill>
        <p:spPr>
          <a:xfrm>
            <a:off x="1892245" y="1278279"/>
            <a:ext cx="2353829" cy="4791172"/>
          </a:xfrm>
          <a:prstGeom prst="rect">
            <a:avLst/>
          </a:prstGeom>
          <a:noFill/>
          <a:ln>
            <a:noFill/>
          </a:ln>
        </p:spPr>
      </p:pic>
      <p:sp>
        <p:nvSpPr>
          <p:cNvPr id="287" name="Google Shape;287;p8"/>
          <p:cNvSpPr txBox="1"/>
          <p:nvPr/>
        </p:nvSpPr>
        <p:spPr>
          <a:xfrm>
            <a:off x="1446013" y="908975"/>
            <a:ext cx="324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lt1"/>
                </a:solidFill>
                <a:latin typeface="Twentieth Century"/>
                <a:ea typeface="Twentieth Century"/>
                <a:cs typeface="Twentieth Century"/>
                <a:sym typeface="Twentieth Century"/>
              </a:rPr>
              <a:t>Cas 2 : Incliner Pitch negatife  </a:t>
            </a:r>
            <a:endParaRPr b="1" i="0" sz="1800" u="none" cap="none" strike="noStrike">
              <a:solidFill>
                <a:schemeClr val="lt1"/>
              </a:solidFill>
              <a:latin typeface="Twentieth Century"/>
              <a:ea typeface="Twentieth Century"/>
              <a:cs typeface="Twentieth Century"/>
              <a:sym typeface="Twentieth Century"/>
            </a:endParaRPr>
          </a:p>
        </p:txBody>
      </p:sp>
      <p:sp>
        <p:nvSpPr>
          <p:cNvPr id="288" name="Google Shape;288;p8"/>
          <p:cNvSpPr txBox="1"/>
          <p:nvPr/>
        </p:nvSpPr>
        <p:spPr>
          <a:xfrm>
            <a:off x="8196447" y="788549"/>
            <a:ext cx="35091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lt1"/>
                </a:solidFill>
                <a:latin typeface="Twentieth Century"/>
                <a:ea typeface="Twentieth Century"/>
                <a:cs typeface="Twentieth Century"/>
                <a:sym typeface="Twentieth Century"/>
              </a:rPr>
              <a:t>Cas 1 : Incliner Pitch positif </a:t>
            </a:r>
            <a:endParaRPr b="1" i="0" sz="1800" u="none" cap="none" strike="noStrike">
              <a:solidFill>
                <a:schemeClr val="lt1"/>
              </a:solidFill>
              <a:latin typeface="Twentieth Century"/>
              <a:ea typeface="Twentieth Century"/>
              <a:cs typeface="Twentieth Century"/>
              <a:sym typeface="Twentieth Century"/>
            </a:endParaRPr>
          </a:p>
        </p:txBody>
      </p:sp>
      <p:pic>
        <p:nvPicPr>
          <p:cNvPr id="289" name="Google Shape;289;p8" title="roll +.jpeg"/>
          <p:cNvPicPr preferRelativeResize="0"/>
          <p:nvPr/>
        </p:nvPicPr>
        <p:blipFill rotWithShape="1">
          <a:blip r:embed="rId4">
            <a:alphaModFix/>
          </a:blip>
          <a:srcRect b="0" l="0" r="0" t="0"/>
          <a:stretch/>
        </p:blipFill>
        <p:spPr>
          <a:xfrm>
            <a:off x="8395625" y="1294650"/>
            <a:ext cx="2212900" cy="47911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9" title="Pitch_corection.png"/>
          <p:cNvPicPr preferRelativeResize="0"/>
          <p:nvPr/>
        </p:nvPicPr>
        <p:blipFill rotWithShape="1">
          <a:blip r:embed="rId3">
            <a:alphaModFix/>
          </a:blip>
          <a:srcRect b="0" l="1503" r="1513" t="0"/>
          <a:stretch/>
        </p:blipFill>
        <p:spPr>
          <a:xfrm>
            <a:off x="497675" y="152400"/>
            <a:ext cx="11196655" cy="655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10" title="pitch-.jpeg"/>
          <p:cNvPicPr preferRelativeResize="0"/>
          <p:nvPr/>
        </p:nvPicPr>
        <p:blipFill rotWithShape="1">
          <a:blip r:embed="rId3">
            <a:alphaModFix/>
          </a:blip>
          <a:srcRect b="2999" l="0" r="0" t="2990"/>
          <a:stretch/>
        </p:blipFill>
        <p:spPr>
          <a:xfrm>
            <a:off x="1892245" y="1278279"/>
            <a:ext cx="2353830" cy="4791172"/>
          </a:xfrm>
          <a:prstGeom prst="rect">
            <a:avLst/>
          </a:prstGeom>
          <a:noFill/>
          <a:ln>
            <a:noFill/>
          </a:ln>
        </p:spPr>
      </p:pic>
      <p:sp>
        <p:nvSpPr>
          <p:cNvPr id="300" name="Google Shape;300;p10"/>
          <p:cNvSpPr txBox="1"/>
          <p:nvPr/>
        </p:nvSpPr>
        <p:spPr>
          <a:xfrm>
            <a:off x="1446013" y="908975"/>
            <a:ext cx="324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lt1"/>
                </a:solidFill>
                <a:latin typeface="Twentieth Century"/>
                <a:ea typeface="Twentieth Century"/>
                <a:cs typeface="Twentieth Century"/>
                <a:sym typeface="Twentieth Century"/>
              </a:rPr>
              <a:t>Cas 2 : Incliner Roll negatife  </a:t>
            </a:r>
            <a:endParaRPr b="1" i="0" sz="1800" u="none" cap="none" strike="noStrike">
              <a:solidFill>
                <a:schemeClr val="lt1"/>
              </a:solidFill>
              <a:latin typeface="Twentieth Century"/>
              <a:ea typeface="Twentieth Century"/>
              <a:cs typeface="Twentieth Century"/>
              <a:sym typeface="Twentieth Century"/>
            </a:endParaRPr>
          </a:p>
        </p:txBody>
      </p:sp>
      <p:sp>
        <p:nvSpPr>
          <p:cNvPr id="301" name="Google Shape;301;p10"/>
          <p:cNvSpPr txBox="1"/>
          <p:nvPr/>
        </p:nvSpPr>
        <p:spPr>
          <a:xfrm>
            <a:off x="8196447" y="788549"/>
            <a:ext cx="3509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lt1"/>
                </a:solidFill>
                <a:latin typeface="Twentieth Century"/>
                <a:ea typeface="Twentieth Century"/>
                <a:cs typeface="Twentieth Century"/>
                <a:sym typeface="Twentieth Century"/>
              </a:rPr>
              <a:t>Cas 1 : Incliner Roll positif </a:t>
            </a:r>
            <a:endParaRPr b="1" i="0" sz="1800" u="none" cap="none" strike="noStrike">
              <a:solidFill>
                <a:schemeClr val="lt1"/>
              </a:solidFill>
              <a:latin typeface="Twentieth Century"/>
              <a:ea typeface="Twentieth Century"/>
              <a:cs typeface="Twentieth Century"/>
              <a:sym typeface="Twentieth Century"/>
            </a:endParaRPr>
          </a:p>
        </p:txBody>
      </p:sp>
      <p:pic>
        <p:nvPicPr>
          <p:cNvPr id="302" name="Google Shape;302;p10" title="pitch+.jpeg"/>
          <p:cNvPicPr preferRelativeResize="0"/>
          <p:nvPr/>
        </p:nvPicPr>
        <p:blipFill rotWithShape="1">
          <a:blip r:embed="rId4">
            <a:alphaModFix/>
          </a:blip>
          <a:srcRect b="0" l="0" r="0" t="0"/>
          <a:stretch/>
        </p:blipFill>
        <p:spPr>
          <a:xfrm>
            <a:off x="8395625" y="1294650"/>
            <a:ext cx="2212900" cy="47911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11" title="Pitch_corection.png"/>
          <p:cNvPicPr preferRelativeResize="0"/>
          <p:nvPr/>
        </p:nvPicPr>
        <p:blipFill rotWithShape="1">
          <a:blip r:embed="rId3">
            <a:alphaModFix/>
          </a:blip>
          <a:srcRect b="0" l="1503" r="1513" t="0"/>
          <a:stretch/>
        </p:blipFill>
        <p:spPr>
          <a:xfrm>
            <a:off x="497675" y="152400"/>
            <a:ext cx="11196655" cy="6553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12" title="rol_pitch.jpeg"/>
          <p:cNvPicPr preferRelativeResize="0"/>
          <p:nvPr/>
        </p:nvPicPr>
        <p:blipFill rotWithShape="1">
          <a:blip r:embed="rId3">
            <a:alphaModFix/>
          </a:blip>
          <a:srcRect b="2999" l="0" r="0" t="2990"/>
          <a:stretch/>
        </p:blipFill>
        <p:spPr>
          <a:xfrm>
            <a:off x="1892245" y="1278279"/>
            <a:ext cx="2353830" cy="4791172"/>
          </a:xfrm>
          <a:prstGeom prst="rect">
            <a:avLst/>
          </a:prstGeom>
          <a:noFill/>
          <a:ln>
            <a:noFill/>
          </a:ln>
        </p:spPr>
      </p:pic>
      <p:sp>
        <p:nvSpPr>
          <p:cNvPr id="313" name="Google Shape;313;p12"/>
          <p:cNvSpPr txBox="1"/>
          <p:nvPr/>
        </p:nvSpPr>
        <p:spPr>
          <a:xfrm>
            <a:off x="1446013" y="908975"/>
            <a:ext cx="324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lt1"/>
                </a:solidFill>
                <a:latin typeface="Twentieth Century"/>
                <a:ea typeface="Twentieth Century"/>
                <a:cs typeface="Twentieth Century"/>
                <a:sym typeface="Twentieth Century"/>
              </a:rPr>
              <a:t>Cas 2 : Incliner Roll &amp; Pich </a:t>
            </a:r>
            <a:endParaRPr b="1" i="0" sz="1800" u="none" cap="none" strike="noStrike">
              <a:solidFill>
                <a:schemeClr val="lt1"/>
              </a:solidFill>
              <a:latin typeface="Twentieth Century"/>
              <a:ea typeface="Twentieth Century"/>
              <a:cs typeface="Twentieth Century"/>
              <a:sym typeface="Twentieth Century"/>
            </a:endParaRPr>
          </a:p>
        </p:txBody>
      </p:sp>
      <p:sp>
        <p:nvSpPr>
          <p:cNvPr id="314" name="Google Shape;314;p12"/>
          <p:cNvSpPr txBox="1"/>
          <p:nvPr/>
        </p:nvSpPr>
        <p:spPr>
          <a:xfrm>
            <a:off x="8196447" y="788549"/>
            <a:ext cx="3509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lt1"/>
                </a:solidFill>
                <a:latin typeface="Twentieth Century"/>
                <a:ea typeface="Twentieth Century"/>
                <a:cs typeface="Twentieth Century"/>
                <a:sym typeface="Twentieth Century"/>
              </a:rPr>
              <a:t>Cas 1 : Plan plat </a:t>
            </a:r>
            <a:endParaRPr b="1" i="0" sz="1800" u="none" cap="none" strike="noStrike">
              <a:solidFill>
                <a:schemeClr val="lt1"/>
              </a:solidFill>
              <a:latin typeface="Twentieth Century"/>
              <a:ea typeface="Twentieth Century"/>
              <a:cs typeface="Twentieth Century"/>
              <a:sym typeface="Twentieth Century"/>
            </a:endParaRPr>
          </a:p>
        </p:txBody>
      </p:sp>
      <p:pic>
        <p:nvPicPr>
          <p:cNvPr id="315" name="Google Shape;315;p12" title="plan plat.jpg"/>
          <p:cNvPicPr preferRelativeResize="0"/>
          <p:nvPr/>
        </p:nvPicPr>
        <p:blipFill rotWithShape="1">
          <a:blip r:embed="rId4">
            <a:alphaModFix/>
          </a:blip>
          <a:srcRect b="0" l="0" r="0" t="0"/>
          <a:stretch/>
        </p:blipFill>
        <p:spPr>
          <a:xfrm>
            <a:off x="7857725" y="1278275"/>
            <a:ext cx="2353825" cy="46602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p13" title="Pitch_Roll_corection.png"/>
          <p:cNvPicPr preferRelativeResize="0"/>
          <p:nvPr/>
        </p:nvPicPr>
        <p:blipFill rotWithShape="1">
          <a:blip r:embed="rId3">
            <a:alphaModFix/>
          </a:blip>
          <a:srcRect b="0" l="0" r="0" t="0"/>
          <a:stretch/>
        </p:blipFill>
        <p:spPr>
          <a:xfrm>
            <a:off x="152400" y="3460100"/>
            <a:ext cx="11887203" cy="2957444"/>
          </a:xfrm>
          <a:prstGeom prst="rect">
            <a:avLst/>
          </a:prstGeom>
          <a:noFill/>
          <a:ln>
            <a:noFill/>
          </a:ln>
        </p:spPr>
      </p:pic>
      <p:pic>
        <p:nvPicPr>
          <p:cNvPr id="322" name="Google Shape;322;p13" title="test_fonction_calibratio_plan normale.PNG"/>
          <p:cNvPicPr preferRelativeResize="0"/>
          <p:nvPr/>
        </p:nvPicPr>
        <p:blipFill rotWithShape="1">
          <a:blip r:embed="rId4">
            <a:alphaModFix/>
          </a:blip>
          <a:srcRect b="0" l="0" r="0" t="0"/>
          <a:stretch/>
        </p:blipFill>
        <p:spPr>
          <a:xfrm>
            <a:off x="152400" y="291244"/>
            <a:ext cx="11887199" cy="279735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14" title="Roll.png"/>
          <p:cNvPicPr preferRelativeResize="0"/>
          <p:nvPr/>
        </p:nvPicPr>
        <p:blipFill rotWithShape="1">
          <a:blip r:embed="rId3">
            <a:alphaModFix/>
          </a:blip>
          <a:srcRect b="0" l="0" r="0" t="0"/>
          <a:stretch/>
        </p:blipFill>
        <p:spPr>
          <a:xfrm>
            <a:off x="0" y="0"/>
            <a:ext cx="5742425" cy="3584500"/>
          </a:xfrm>
          <a:prstGeom prst="rect">
            <a:avLst/>
          </a:prstGeom>
          <a:noFill/>
          <a:ln>
            <a:noFill/>
          </a:ln>
        </p:spPr>
      </p:pic>
      <p:pic>
        <p:nvPicPr>
          <p:cNvPr id="329" name="Google Shape;329;p14" title="Pitch.png"/>
          <p:cNvPicPr preferRelativeResize="0"/>
          <p:nvPr/>
        </p:nvPicPr>
        <p:blipFill rotWithShape="1">
          <a:blip r:embed="rId4">
            <a:alphaModFix/>
          </a:blip>
          <a:srcRect b="0" l="0" r="0" t="0"/>
          <a:stretch/>
        </p:blipFill>
        <p:spPr>
          <a:xfrm>
            <a:off x="0" y="3584500"/>
            <a:ext cx="5742425" cy="3273500"/>
          </a:xfrm>
          <a:prstGeom prst="rect">
            <a:avLst/>
          </a:prstGeom>
          <a:noFill/>
          <a:ln>
            <a:noFill/>
          </a:ln>
        </p:spPr>
      </p:pic>
      <p:pic>
        <p:nvPicPr>
          <p:cNvPr id="330" name="Google Shape;330;p14" title="Roll_Pitch.png"/>
          <p:cNvPicPr preferRelativeResize="0"/>
          <p:nvPr/>
        </p:nvPicPr>
        <p:blipFill rotWithShape="1">
          <a:blip r:embed="rId5">
            <a:alphaModFix/>
          </a:blip>
          <a:srcRect b="0" l="0" r="0" t="0"/>
          <a:stretch/>
        </p:blipFill>
        <p:spPr>
          <a:xfrm>
            <a:off x="5742425" y="0"/>
            <a:ext cx="6449575" cy="2321000"/>
          </a:xfrm>
          <a:prstGeom prst="rect">
            <a:avLst/>
          </a:prstGeom>
          <a:noFill/>
          <a:ln>
            <a:noFill/>
          </a:ln>
        </p:spPr>
      </p:pic>
      <p:pic>
        <p:nvPicPr>
          <p:cNvPr id="331" name="Google Shape;331;p14" title="plan plat.png"/>
          <p:cNvPicPr preferRelativeResize="0"/>
          <p:nvPr/>
        </p:nvPicPr>
        <p:blipFill rotWithShape="1">
          <a:blip r:embed="rId6">
            <a:alphaModFix/>
          </a:blip>
          <a:srcRect b="0" l="0" r="0" t="0"/>
          <a:stretch/>
        </p:blipFill>
        <p:spPr>
          <a:xfrm>
            <a:off x="5742425" y="2321000"/>
            <a:ext cx="6449575" cy="2585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5"/>
          <p:cNvSpPr txBox="1"/>
          <p:nvPr/>
        </p:nvSpPr>
        <p:spPr>
          <a:xfrm>
            <a:off x="5324780" y="347490"/>
            <a:ext cx="1226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fr-FR" sz="2800" u="none" cap="none" strike="noStrike">
                <a:solidFill>
                  <a:schemeClr val="lt1"/>
                </a:solidFill>
                <a:latin typeface="Twentieth Century"/>
                <a:ea typeface="Twentieth Century"/>
                <a:cs typeface="Twentieth Century"/>
                <a:sym typeface="Twentieth Century"/>
              </a:rPr>
              <a:t>Bilan : </a:t>
            </a:r>
            <a:endParaRPr b="1" i="0" sz="2800" u="none" cap="none" strike="noStrike">
              <a:solidFill>
                <a:schemeClr val="lt1"/>
              </a:solidFill>
              <a:latin typeface="Twentieth Century"/>
              <a:ea typeface="Twentieth Century"/>
              <a:cs typeface="Twentieth Century"/>
              <a:sym typeface="Twentieth Century"/>
            </a:endParaRPr>
          </a:p>
        </p:txBody>
      </p:sp>
      <p:sp>
        <p:nvSpPr>
          <p:cNvPr id="337" name="Google Shape;337;p15"/>
          <p:cNvSpPr txBox="1"/>
          <p:nvPr/>
        </p:nvSpPr>
        <p:spPr>
          <a:xfrm>
            <a:off x="1140275" y="1726552"/>
            <a:ext cx="9367200" cy="15699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2400"/>
              <a:buFont typeface="Arial"/>
              <a:buChar char="•"/>
            </a:pPr>
            <a:r>
              <a:rPr b="1" i="0" lang="fr-FR" sz="2400" u="none" cap="none" strike="noStrike">
                <a:solidFill>
                  <a:schemeClr val="lt1"/>
                </a:solidFill>
                <a:latin typeface="Twentieth Century"/>
                <a:ea typeface="Twentieth Century"/>
                <a:cs typeface="Twentieth Century"/>
                <a:sym typeface="Twentieth Century"/>
              </a:rPr>
              <a:t>Test témoin (à plat) : L'algorithme est stable (correction minime de 1.5° due aux imperfections du bureau/capteur</a:t>
            </a:r>
            <a:endParaRPr b="1"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2400"/>
              <a:buFont typeface="Arial"/>
              <a:buChar char="•"/>
            </a:pPr>
            <a:r>
              <a:rPr b="1" i="0" lang="fr-FR" sz="2400" u="none" cap="none" strike="noStrike">
                <a:solidFill>
                  <a:schemeClr val="lt1"/>
                </a:solidFill>
                <a:latin typeface="Twentieth Century"/>
                <a:ea typeface="Twentieth Century"/>
                <a:cs typeface="Twentieth Century"/>
                <a:sym typeface="Twentieth Century"/>
              </a:rPr>
              <a:t>Test incliné : Redressement parfait de l'horizon physique Roll +- Pitch +- Pitch &amp; Roll</a:t>
            </a:r>
            <a:endParaRPr b="1" i="0" sz="24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6"/>
          <p:cNvSpPr txBox="1"/>
          <p:nvPr/>
        </p:nvSpPr>
        <p:spPr>
          <a:xfrm>
            <a:off x="2278250" y="143850"/>
            <a:ext cx="86463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lt1"/>
                </a:solidFill>
                <a:latin typeface="Twentieth Century"/>
                <a:ea typeface="Twentieth Century"/>
                <a:cs typeface="Twentieth Century"/>
                <a:sym typeface="Twentieth Century"/>
              </a:rPr>
              <a:t>Analyse globale du bruit en fonction de la distance</a:t>
            </a:r>
            <a:endParaRPr b="1" i="0" sz="2400" u="none" cap="none" strike="noStrike">
              <a:solidFill>
                <a:schemeClr val="lt1"/>
              </a:solidFill>
              <a:latin typeface="Twentieth Century"/>
              <a:ea typeface="Twentieth Century"/>
              <a:cs typeface="Twentieth Century"/>
              <a:sym typeface="Twentieth Century"/>
            </a:endParaRPr>
          </a:p>
        </p:txBody>
      </p:sp>
      <p:pic>
        <p:nvPicPr>
          <p:cNvPr id="344" name="Google Shape;344;p16" title="Comparaison de l'erreur des donnée brute et donner avec xyz.png"/>
          <p:cNvPicPr preferRelativeResize="0"/>
          <p:nvPr/>
        </p:nvPicPr>
        <p:blipFill rotWithShape="1">
          <a:blip r:embed="rId3">
            <a:alphaModFix/>
          </a:blip>
          <a:srcRect b="0" l="0" r="0" t="0"/>
          <a:stretch/>
        </p:blipFill>
        <p:spPr>
          <a:xfrm>
            <a:off x="152400" y="697950"/>
            <a:ext cx="11887199" cy="560891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7"/>
          <p:cNvSpPr txBox="1"/>
          <p:nvPr/>
        </p:nvSpPr>
        <p:spPr>
          <a:xfrm>
            <a:off x="3874882" y="58424"/>
            <a:ext cx="402501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lt1"/>
                </a:solidFill>
                <a:latin typeface="Twentieth Century"/>
                <a:ea typeface="Twentieth Century"/>
                <a:cs typeface="Twentieth Century"/>
                <a:sym typeface="Twentieth Century"/>
              </a:rPr>
              <a:t>Exploration de la Réflectivité :</a:t>
            </a:r>
            <a:endParaRPr b="0" i="0" sz="1400" u="none" cap="none" strike="noStrike">
              <a:solidFill>
                <a:srgbClr val="000000"/>
              </a:solidFill>
              <a:latin typeface="Arial"/>
              <a:ea typeface="Arial"/>
              <a:cs typeface="Arial"/>
              <a:sym typeface="Arial"/>
            </a:endParaRPr>
          </a:p>
        </p:txBody>
      </p:sp>
      <p:sp>
        <p:nvSpPr>
          <p:cNvPr id="350" name="Google Shape;350;p17"/>
          <p:cNvSpPr txBox="1"/>
          <p:nvPr/>
        </p:nvSpPr>
        <p:spPr>
          <a:xfrm>
            <a:off x="190123" y="983423"/>
            <a:ext cx="37571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lt1"/>
                </a:solidFill>
                <a:latin typeface="Twentieth Century"/>
                <a:ea typeface="Twentieth Century"/>
                <a:cs typeface="Twentieth Century"/>
                <a:sym typeface="Twentieth Century"/>
              </a:rPr>
              <a:t>Analyse de l'intensité des matériaux </a:t>
            </a:r>
            <a:endParaRPr b="1" i="0" sz="1800" u="none" cap="none" strike="noStrike">
              <a:solidFill>
                <a:schemeClr val="lt1"/>
              </a:solidFill>
              <a:latin typeface="Twentieth Century"/>
              <a:ea typeface="Twentieth Century"/>
              <a:cs typeface="Twentieth Century"/>
              <a:sym typeface="Twentieth Century"/>
            </a:endParaRPr>
          </a:p>
        </p:txBody>
      </p:sp>
      <p:pic>
        <p:nvPicPr>
          <p:cNvPr id="351" name="Google Shape;351;p17"/>
          <p:cNvPicPr preferRelativeResize="0"/>
          <p:nvPr/>
        </p:nvPicPr>
        <p:blipFill rotWithShape="1">
          <a:blip r:embed="rId3">
            <a:alphaModFix/>
          </a:blip>
          <a:srcRect b="0" l="0" r="0" t="0"/>
          <a:stretch/>
        </p:blipFill>
        <p:spPr>
          <a:xfrm>
            <a:off x="4082543" y="673201"/>
            <a:ext cx="7523999" cy="5967219"/>
          </a:xfrm>
          <a:prstGeom prst="rect">
            <a:avLst/>
          </a:prstGeom>
          <a:noFill/>
          <a:ln>
            <a:noFill/>
          </a:ln>
        </p:spPr>
      </p:pic>
      <p:sp>
        <p:nvSpPr>
          <p:cNvPr id="352" name="Google Shape;352;p17"/>
          <p:cNvSpPr txBox="1"/>
          <p:nvPr/>
        </p:nvSpPr>
        <p:spPr>
          <a:xfrm>
            <a:off x="489455" y="2046921"/>
            <a:ext cx="3865829" cy="175432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800"/>
              <a:buFont typeface="Arial"/>
              <a:buChar char="•"/>
            </a:pPr>
            <a:r>
              <a:rPr b="1" i="0" lang="fr-FR" sz="1800" u="none" cap="none" strike="noStrike">
                <a:solidFill>
                  <a:schemeClr val="lt1"/>
                </a:solidFill>
                <a:latin typeface="Twentieth Century"/>
                <a:ea typeface="Twentieth Century"/>
                <a:cs typeface="Twentieth Century"/>
                <a:sym typeface="Twentieth Century"/>
              </a:rPr>
              <a:t>Affichage de la force du retour laser (Intensité)</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fr-FR" sz="1800" u="none" cap="none" strike="noStrike">
                <a:solidFill>
                  <a:schemeClr val="lt1"/>
                </a:solidFill>
                <a:latin typeface="Twentieth Century"/>
                <a:ea typeface="Twentieth Century"/>
                <a:cs typeface="Twentieth Century"/>
                <a:sym typeface="Twentieth Century"/>
              </a:rPr>
              <a:t>Les objets métalliques ou clairs saturent le capteur (Rouge), les objets noirs l'absorbent (Bleu)</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lt1"/>
              </a:buClr>
              <a:buSzPts val="1800"/>
              <a:buFont typeface="Arial"/>
              <a:buNone/>
            </a:pPr>
            <a:r>
              <a:t/>
            </a:r>
            <a:endParaRPr b="1" i="0" sz="18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8"/>
          <p:cNvSpPr txBox="1"/>
          <p:nvPr/>
        </p:nvSpPr>
        <p:spPr>
          <a:xfrm>
            <a:off x="5204360" y="823864"/>
            <a:ext cx="122661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fr-FR" sz="2800" u="none" cap="none" strike="noStrike">
                <a:solidFill>
                  <a:schemeClr val="lt1"/>
                </a:solidFill>
                <a:latin typeface="Twentieth Century"/>
                <a:ea typeface="Twentieth Century"/>
                <a:cs typeface="Twentieth Century"/>
                <a:sym typeface="Twentieth Century"/>
              </a:rPr>
              <a:t>Bilan : </a:t>
            </a:r>
            <a:endParaRPr b="1" i="0" sz="2800" u="none" cap="none" strike="noStrike">
              <a:solidFill>
                <a:schemeClr val="lt1"/>
              </a:solidFill>
              <a:latin typeface="Twentieth Century"/>
              <a:ea typeface="Twentieth Century"/>
              <a:cs typeface="Twentieth Century"/>
              <a:sym typeface="Twentieth Century"/>
            </a:endParaRPr>
          </a:p>
        </p:txBody>
      </p:sp>
      <p:sp>
        <p:nvSpPr>
          <p:cNvPr id="358" name="Google Shape;358;p18"/>
          <p:cNvSpPr txBox="1"/>
          <p:nvPr/>
        </p:nvSpPr>
        <p:spPr>
          <a:xfrm>
            <a:off x="1520983" y="2252432"/>
            <a:ext cx="9008197"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chemeClr val="lt1"/>
                </a:solidFill>
                <a:latin typeface="Twentieth Century"/>
                <a:ea typeface="Twentieth Century"/>
                <a:cs typeface="Twentieth Century"/>
                <a:sym typeface="Twentieth Century"/>
              </a:rPr>
              <a:t>L'intensité dépend trop de la distance et de l'angle d'incidence pour être utilisée seule comme filtre de nettoyage géométrique ou de classification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wentieth Century"/>
              <a:ea typeface="Twentieth Century"/>
              <a:cs typeface="Twentieth Century"/>
              <a:sym typeface="Twentieth Century"/>
            </a:endParaRPr>
          </a:p>
          <a:p>
            <a:pPr indent="-285750" lvl="0" marL="285750" marR="0" rtl="0" algn="l">
              <a:lnSpc>
                <a:spcPct val="100000"/>
              </a:lnSpc>
              <a:spcBef>
                <a:spcPts val="0"/>
              </a:spcBef>
              <a:spcAft>
                <a:spcPts val="0"/>
              </a:spcAft>
              <a:buClr>
                <a:schemeClr val="lt1"/>
              </a:buClr>
              <a:buSzPts val="1800"/>
              <a:buFont typeface="Arial"/>
              <a:buChar char="•"/>
            </a:pPr>
            <a:r>
              <a:rPr b="1" i="0" lang="fr-FR" sz="1800" u="none" cap="none" strike="noStrike">
                <a:solidFill>
                  <a:schemeClr val="lt1"/>
                </a:solidFill>
                <a:latin typeface="Twentieth Century"/>
                <a:ea typeface="Twentieth Century"/>
                <a:cs typeface="Twentieth Century"/>
                <a:sym typeface="Twentieth Century"/>
              </a:rPr>
              <a:t>La distance :</a:t>
            </a:r>
            <a:r>
              <a:rPr b="0" i="0" lang="fr-FR" sz="1800" u="none" cap="none" strike="noStrike">
                <a:solidFill>
                  <a:schemeClr val="lt1"/>
                </a:solidFill>
                <a:latin typeface="Twentieth Century"/>
                <a:ea typeface="Twentieth Century"/>
                <a:cs typeface="Twentieth Century"/>
                <a:sym typeface="Twentieth Century"/>
              </a:rPr>
              <a:t> Un mur blanc à 10m renvoie le même signal faible qu'un carton noir à 1m.</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fr-FR" sz="1800" u="none" cap="none" strike="noStrike">
                <a:solidFill>
                  <a:schemeClr val="lt1"/>
                </a:solidFill>
                <a:latin typeface="Twentieth Century"/>
                <a:ea typeface="Twentieth Century"/>
                <a:cs typeface="Twentieth Century"/>
                <a:sym typeface="Twentieth Century"/>
              </a:rPr>
              <a:t>L'angle d'incidence :</a:t>
            </a:r>
            <a:r>
              <a:rPr b="0" i="0" lang="fr-FR" sz="1800" u="none" cap="none" strike="noStrike">
                <a:solidFill>
                  <a:schemeClr val="lt1"/>
                </a:solidFill>
                <a:latin typeface="Twentieth Century"/>
                <a:ea typeface="Twentieth Century"/>
                <a:cs typeface="Twentieth Century"/>
                <a:sym typeface="Twentieth Century"/>
              </a:rPr>
              <a:t> Un faisceau qui tape de biais est dévié, faisant chuter l'intensité.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9"/>
          <p:cNvSpPr txBox="1"/>
          <p:nvPr/>
        </p:nvSpPr>
        <p:spPr>
          <a:xfrm>
            <a:off x="1306300" y="202150"/>
            <a:ext cx="102603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lt1"/>
                </a:solidFill>
                <a:latin typeface="Twentieth Century"/>
                <a:ea typeface="Twentieth Century"/>
                <a:cs typeface="Twentieth Century"/>
                <a:sym typeface="Twentieth Century"/>
              </a:rPr>
              <a:t>Solution ou Approche :  (à voire)</a:t>
            </a:r>
            <a:endParaRPr b="1" i="0" sz="2400" u="none" cap="none" strike="noStrike">
              <a:solidFill>
                <a:schemeClr val="lt1"/>
              </a:solidFill>
              <a:latin typeface="Twentieth Century"/>
              <a:ea typeface="Twentieth Century"/>
              <a:cs typeface="Twentieth Century"/>
              <a:sym typeface="Twentieth Century"/>
            </a:endParaRPr>
          </a:p>
        </p:txBody>
      </p:sp>
      <p:sp>
        <p:nvSpPr>
          <p:cNvPr id="365" name="Google Shape;365;p19"/>
          <p:cNvSpPr txBox="1"/>
          <p:nvPr/>
        </p:nvSpPr>
        <p:spPr>
          <a:xfrm>
            <a:off x="1228525" y="1796150"/>
            <a:ext cx="102603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lt1"/>
                </a:solidFill>
                <a:latin typeface="Arial"/>
                <a:ea typeface="Arial"/>
                <a:cs typeface="Arial"/>
                <a:sym typeface="Arial"/>
              </a:rPr>
              <a:t>Pour que l'intensité devienne exploitable pour la détection, il est indispensable de la normaliser. Il faut utiliser les coordonnées spatiales (X, Y, Z) pour calculer la distance exacte de chaque point et compenser mathématiquement la perte d'énergie lumineuse. on donc multiplier son intensité par sa distance² pour compenser la perte </a:t>
            </a:r>
            <a:endParaRPr b="1" i="0" sz="24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