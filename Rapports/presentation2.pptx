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919934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9199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8b73a91c3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8b73a91c3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15985cdb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15985cdb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6f919934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c6f91993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8b73a91c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8b73a91c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8b73a91c3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8b73a91c3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c6f919934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c6f9199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15985cdb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15985cdb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810425" y="183092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Avancement de la semaine 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Objectif :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highlight>
                  <a:srgbClr val="FFFFFF"/>
                </a:highlight>
              </a:rPr>
              <a:t>Créer un seuil glissant adaptatif 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 </a:t>
            </a:r>
            <a:endParaRPr b="1" sz="2000"/>
          </a:p>
        </p:txBody>
      </p:sp>
      <p:sp>
        <p:nvSpPr>
          <p:cNvPr id="73" name="Google Shape;73;p14"/>
          <p:cNvSpPr txBox="1"/>
          <p:nvPr>
            <p:ph idx="2" type="body"/>
          </p:nvPr>
        </p:nvSpPr>
        <p:spPr>
          <a:xfrm>
            <a:off x="4962825" y="1124325"/>
            <a:ext cx="3837000" cy="11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ctr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</a:t>
            </a:r>
            <a:r>
              <a:rPr lang="en"/>
              <a:t>egmentation par Range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idx="4294967295" type="title"/>
          </p:nvPr>
        </p:nvSpPr>
        <p:spPr>
          <a:xfrm>
            <a:off x="216350" y="150400"/>
            <a:ext cx="5250600" cy="493800"/>
          </a:xfrm>
          <a:prstGeom prst="rect">
            <a:avLst/>
          </a:prstGeom>
        </p:spPr>
        <p:txBody>
          <a:bodyPr anchorCtr="0" anchor="b" bIns="103250" lIns="103250" spcFirstLastPara="1" rIns="103250" wrap="square" tIns="1032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1">
                <a:solidFill>
                  <a:srgbClr val="000000"/>
                </a:solidFill>
              </a:rPr>
              <a:t>Pipeline de Traitement </a:t>
            </a:r>
            <a:endParaRPr b="1" sz="3501">
              <a:solidFill>
                <a:srgbClr val="000000"/>
              </a:solidFill>
            </a:endParaRPr>
          </a:p>
        </p:txBody>
      </p:sp>
      <p:pic>
        <p:nvPicPr>
          <p:cNvPr id="79" name="Google Shape;79;p15" title="Diagramme d'activité Activ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8050"/>
            <a:ext cx="8839201" cy="409776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2950800" y="1577275"/>
            <a:ext cx="28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r>
              <a:rPr lang="en" sz="800"/>
              <a:t> </a:t>
            </a:r>
            <a:endParaRPr sz="1100"/>
          </a:p>
        </p:txBody>
      </p:sp>
      <p:sp>
        <p:nvSpPr>
          <p:cNvPr id="81" name="Google Shape;81;p15"/>
          <p:cNvSpPr txBox="1"/>
          <p:nvPr/>
        </p:nvSpPr>
        <p:spPr>
          <a:xfrm>
            <a:off x="7360275" y="1356450"/>
            <a:ext cx="28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r>
              <a:rPr lang="en" sz="800"/>
              <a:t> </a:t>
            </a:r>
            <a:endParaRPr sz="1100"/>
          </a:p>
        </p:txBody>
      </p:sp>
      <p:sp>
        <p:nvSpPr>
          <p:cNvPr id="82" name="Google Shape;82;p15"/>
          <p:cNvSpPr txBox="1"/>
          <p:nvPr/>
        </p:nvSpPr>
        <p:spPr>
          <a:xfrm>
            <a:off x="7360275" y="2290275"/>
            <a:ext cx="28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r>
              <a:rPr lang="en" sz="800"/>
              <a:t> </a:t>
            </a:r>
            <a:endParaRPr sz="1100"/>
          </a:p>
        </p:txBody>
      </p:sp>
      <p:sp>
        <p:nvSpPr>
          <p:cNvPr id="83" name="Google Shape;83;p15"/>
          <p:cNvSpPr txBox="1"/>
          <p:nvPr/>
        </p:nvSpPr>
        <p:spPr>
          <a:xfrm>
            <a:off x="4072825" y="2804250"/>
            <a:ext cx="28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✔</a:t>
            </a:r>
            <a:r>
              <a:rPr lang="en" sz="800"/>
              <a:t> 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>
            <a:off x="114775" y="138650"/>
            <a:ext cx="1473000" cy="53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25" lIns="87525" spcFirstLastPara="1" rIns="87525" wrap="square" tIns="8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7"/>
              <a:t>LiDAR 3D </a:t>
            </a:r>
            <a:endParaRPr b="1" sz="1127"/>
          </a:p>
        </p:txBody>
      </p:sp>
      <p:pic>
        <p:nvPicPr>
          <p:cNvPr id="89" name="Google Shape;89;p16" title="Capture d’écran 2026-05-12 2321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775" y="834675"/>
            <a:ext cx="5215700" cy="27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1550" y="1956625"/>
            <a:ext cx="3990801" cy="238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/>
          <p:nvPr/>
        </p:nvSpPr>
        <p:spPr>
          <a:xfrm>
            <a:off x="1269386" y="138650"/>
            <a:ext cx="1473000" cy="53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25" lIns="87525" spcFirstLastPara="1" rIns="87525" wrap="square" tIns="8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7"/>
              <a:t>Calibration </a:t>
            </a:r>
            <a:endParaRPr b="1" sz="1127"/>
          </a:p>
        </p:txBody>
      </p:sp>
      <p:sp>
        <p:nvSpPr>
          <p:cNvPr id="96" name="Google Shape;96;p17"/>
          <p:cNvSpPr/>
          <p:nvPr/>
        </p:nvSpPr>
        <p:spPr>
          <a:xfrm>
            <a:off x="114775" y="138650"/>
            <a:ext cx="1473000" cy="53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25" lIns="87525" spcFirstLastPara="1" rIns="87525" wrap="square" tIns="8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27"/>
              <a:t>LiDAR 3D </a:t>
            </a:r>
            <a:endParaRPr b="1" sz="1127"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775" y="1257297"/>
            <a:ext cx="5780031" cy="309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58575" y="77975"/>
            <a:ext cx="1746300" cy="646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725" lIns="108725" spcFirstLastPara="1" rIns="108725" wrap="square" tIns="108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 Le ROI (Ciblage) </a:t>
            </a:r>
            <a:endParaRPr b="1" sz="1200"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050" y="818550"/>
            <a:ext cx="8247279" cy="41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1281911" y="75975"/>
            <a:ext cx="1473000" cy="53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25" lIns="87525" spcFirstLastPara="1" rIns="87525" wrap="square" tIns="8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/>
              <a:t>Extraction du sol </a:t>
            </a:r>
            <a:endParaRPr b="1" sz="1027"/>
          </a:p>
        </p:txBody>
      </p:sp>
      <p:sp>
        <p:nvSpPr>
          <p:cNvPr id="109" name="Google Shape;109;p19"/>
          <p:cNvSpPr/>
          <p:nvPr/>
        </p:nvSpPr>
        <p:spPr>
          <a:xfrm>
            <a:off x="127300" y="75975"/>
            <a:ext cx="1473000" cy="53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25" lIns="87525" spcFirstLastPara="1" rIns="87525" wrap="square" tIns="8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27"/>
              <a:t>Isolation des points du sol</a:t>
            </a:r>
            <a:r>
              <a:rPr b="1" lang="en" sz="927"/>
              <a:t> </a:t>
            </a:r>
            <a:endParaRPr b="1" sz="927"/>
          </a:p>
        </p:txBody>
      </p:sp>
      <p:sp>
        <p:nvSpPr>
          <p:cNvPr id="110" name="Google Shape;110;p19"/>
          <p:cNvSpPr txBox="1"/>
          <p:nvPr/>
        </p:nvSpPr>
        <p:spPr>
          <a:xfrm>
            <a:off x="478775" y="506300"/>
            <a:ext cx="787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On calcule l'équation du plan mathématique par les Moindres Carrés et on calcule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l'histogramme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de Hauteur ( hauteur du lidar avec le sol )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525" y="1170575"/>
            <a:ext cx="5940576" cy="375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/>
          <p:nvPr/>
        </p:nvSpPr>
        <p:spPr>
          <a:xfrm>
            <a:off x="58575" y="77975"/>
            <a:ext cx="1999200" cy="5010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725" lIns="108725" spcFirstLastPara="1" rIns="108725" wrap="square" tIns="108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 La Segmentation</a:t>
            </a:r>
            <a:endParaRPr b="1" sz="1200"/>
          </a:p>
        </p:txBody>
      </p:sp>
      <p:sp>
        <p:nvSpPr>
          <p:cNvPr id="117" name="Google Shape;117;p20"/>
          <p:cNvSpPr txBox="1"/>
          <p:nvPr/>
        </p:nvSpPr>
        <p:spPr>
          <a:xfrm>
            <a:off x="4476725" y="854750"/>
            <a:ext cx="4170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Puisque le sol est effacé, j'utilise la donnée native du capteur (</a:t>
            </a:r>
            <a:r>
              <a:rPr b="1" lang="en" sz="1500"/>
              <a:t>ρ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) pour faire une segmentation différentielle. Dès que l'algorithme détecte un saut de profondeur qui est adaptatif entre deux pixels voisins, il coupe la connexion. L'objet se détache naturellement du fond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850" y="1131538"/>
            <a:ext cx="4171925" cy="288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/>
          <p:nvPr/>
        </p:nvSpPr>
        <p:spPr>
          <a:xfrm>
            <a:off x="58575" y="77975"/>
            <a:ext cx="1999200" cy="5010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725" lIns="108725" spcFirstLastPara="1" rIns="108725" wrap="square" tIns="108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 Le pseudo code 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de la segmentation</a:t>
            </a:r>
            <a:endParaRPr b="1" sz="1100"/>
          </a:p>
        </p:txBody>
      </p:sp>
      <p:pic>
        <p:nvPicPr>
          <p:cNvPr id="124" name="Google Shape;124;p21" title="Capture d’écran 2026-05-12 1611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875" y="397300"/>
            <a:ext cx="642058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